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268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731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63A78D-4C26-2C44-E0F5-26E4CA7BFDE7}" v="39" dt="2023-07-29T09:29:42.965"/>
  </p1510:revLst>
</p1510:revInfo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50" autoAdjust="0"/>
    <p:restoredTop sz="92393" autoAdjust="0"/>
  </p:normalViewPr>
  <p:slideViewPr>
    <p:cSldViewPr snapToGrid="0" snapToObjects="1">
      <p:cViewPr varScale="1">
        <p:scale>
          <a:sx n="82" d="100"/>
          <a:sy n="82" d="100"/>
        </p:scale>
        <p:origin x="787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2234AA-C860-3042-A562-30250E798F70}" type="doc">
      <dgm:prSet loTypeId="urn:microsoft.com/office/officeart/2005/8/layout/hierarchy1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7835FD59-B514-0B47-B7B8-0983910456A6}">
      <dgm:prSet phldrT="[Text]" custT="1"/>
      <dgm:spPr/>
      <dgm:t>
        <a:bodyPr/>
        <a:lstStyle/>
        <a:p>
          <a:r>
            <a:rPr lang="en-GB" sz="1800" b="1" dirty="0"/>
            <a:t>Create an </a:t>
          </a:r>
        </a:p>
        <a:p>
          <a:r>
            <a:rPr lang="en-GB" sz="2400" b="1" dirty="0"/>
            <a:t>‘CARRER PATH PREDICTION ML MODEL’ </a:t>
          </a:r>
        </a:p>
        <a:p>
          <a:r>
            <a:rPr lang="en-GB" sz="1800" b="1" dirty="0"/>
            <a:t>as per Industry Ways of Working</a:t>
          </a:r>
        </a:p>
      </dgm:t>
    </dgm:pt>
    <dgm:pt modelId="{4516BA82-0BF7-DC4A-BB7E-AEF87CBA9E8E}" type="parTrans" cxnId="{C34F24A0-102F-1444-A6DD-8C111F727E80}">
      <dgm:prSet/>
      <dgm:spPr/>
      <dgm:t>
        <a:bodyPr/>
        <a:lstStyle/>
        <a:p>
          <a:endParaRPr lang="en-GB" sz="2000"/>
        </a:p>
      </dgm:t>
    </dgm:pt>
    <dgm:pt modelId="{4931CA2C-7170-5840-AE86-F1E13D28BB9E}" type="sibTrans" cxnId="{C34F24A0-102F-1444-A6DD-8C111F727E80}">
      <dgm:prSet/>
      <dgm:spPr/>
      <dgm:t>
        <a:bodyPr/>
        <a:lstStyle/>
        <a:p>
          <a:endParaRPr lang="en-GB" sz="2000"/>
        </a:p>
      </dgm:t>
    </dgm:pt>
    <dgm:pt modelId="{DF86860E-2719-A64A-80FF-F56192895399}">
      <dgm:prSet phldrT="[Text]" custT="1"/>
      <dgm:spPr/>
      <dgm:t>
        <a:bodyPr/>
        <a:lstStyle/>
        <a:p>
          <a:r>
            <a:rPr lang="en-GB" sz="1200" b="1" dirty="0"/>
            <a:t>INITIATION</a:t>
          </a:r>
        </a:p>
      </dgm:t>
    </dgm:pt>
    <dgm:pt modelId="{19D8E85A-EF28-1042-9B35-665A12874640}" type="parTrans" cxnId="{C078943E-F1F8-A940-8FE7-422BEFF8FD8B}">
      <dgm:prSet/>
      <dgm:spPr/>
      <dgm:t>
        <a:bodyPr/>
        <a:lstStyle/>
        <a:p>
          <a:endParaRPr lang="en-GB" sz="2000"/>
        </a:p>
      </dgm:t>
    </dgm:pt>
    <dgm:pt modelId="{8C78E4B8-8A53-064A-8DEF-85538FBF9661}" type="sibTrans" cxnId="{C078943E-F1F8-A940-8FE7-422BEFF8FD8B}">
      <dgm:prSet/>
      <dgm:spPr/>
      <dgm:t>
        <a:bodyPr/>
        <a:lstStyle/>
        <a:p>
          <a:endParaRPr lang="en-GB" sz="2000"/>
        </a:p>
      </dgm:t>
    </dgm:pt>
    <dgm:pt modelId="{6F990348-5120-7140-980E-D1A49D03543A}">
      <dgm:prSet phldrT="[Text]" custT="1"/>
      <dgm:spPr/>
      <dgm:t>
        <a:bodyPr/>
        <a:lstStyle/>
        <a:p>
          <a:r>
            <a:rPr lang="en-GB" sz="1200" dirty="0"/>
            <a:t>Project Charter</a:t>
          </a:r>
        </a:p>
      </dgm:t>
    </dgm:pt>
    <dgm:pt modelId="{D11E7EEC-A2DD-6148-AD59-6CD83C19C84D}" type="parTrans" cxnId="{F1AE3A58-4F85-4E45-89BC-DD815E209B19}">
      <dgm:prSet/>
      <dgm:spPr/>
      <dgm:t>
        <a:bodyPr/>
        <a:lstStyle/>
        <a:p>
          <a:endParaRPr lang="en-GB" sz="2000"/>
        </a:p>
      </dgm:t>
    </dgm:pt>
    <dgm:pt modelId="{0052B031-3B0D-B94E-9A5F-DB1C9D4170CB}" type="sibTrans" cxnId="{F1AE3A58-4F85-4E45-89BC-DD815E209B19}">
      <dgm:prSet/>
      <dgm:spPr/>
      <dgm:t>
        <a:bodyPr/>
        <a:lstStyle/>
        <a:p>
          <a:endParaRPr lang="en-GB" sz="2000"/>
        </a:p>
      </dgm:t>
    </dgm:pt>
    <dgm:pt modelId="{29AD3176-2D40-CF49-A544-12BEE310D254}">
      <dgm:prSet phldrT="[Text]" custT="1"/>
      <dgm:spPr/>
      <dgm:t>
        <a:bodyPr/>
        <a:lstStyle/>
        <a:p>
          <a:r>
            <a:rPr lang="en-GB" sz="1200" dirty="0"/>
            <a:t>SRS Document</a:t>
          </a:r>
        </a:p>
      </dgm:t>
    </dgm:pt>
    <dgm:pt modelId="{0E737143-6448-C24B-BA8B-38BA7568F52E}" type="parTrans" cxnId="{5EB73D5C-AB9E-914E-9018-B0022C76F8F0}">
      <dgm:prSet/>
      <dgm:spPr/>
      <dgm:t>
        <a:bodyPr/>
        <a:lstStyle/>
        <a:p>
          <a:endParaRPr lang="en-GB" sz="2000"/>
        </a:p>
      </dgm:t>
    </dgm:pt>
    <dgm:pt modelId="{A987261C-62B1-B54A-BCDB-337C0AD98785}" type="sibTrans" cxnId="{5EB73D5C-AB9E-914E-9018-B0022C76F8F0}">
      <dgm:prSet/>
      <dgm:spPr/>
      <dgm:t>
        <a:bodyPr/>
        <a:lstStyle/>
        <a:p>
          <a:endParaRPr lang="en-GB" sz="2000"/>
        </a:p>
      </dgm:t>
    </dgm:pt>
    <dgm:pt modelId="{03B89768-B859-2E49-8534-20D1EFA29B3B}">
      <dgm:prSet phldrT="[Text]" custT="1"/>
      <dgm:spPr/>
      <dgm:t>
        <a:bodyPr/>
        <a:lstStyle/>
        <a:p>
          <a:r>
            <a:rPr lang="en-GB" sz="1200" b="1" dirty="0"/>
            <a:t>PLANNING</a:t>
          </a:r>
        </a:p>
      </dgm:t>
    </dgm:pt>
    <dgm:pt modelId="{C40EC512-88AF-B24D-AAB3-3E9A66643198}" type="parTrans" cxnId="{837E4720-EC3E-BC4F-B158-BC98950BD860}">
      <dgm:prSet/>
      <dgm:spPr/>
      <dgm:t>
        <a:bodyPr/>
        <a:lstStyle/>
        <a:p>
          <a:endParaRPr lang="en-GB" sz="2000"/>
        </a:p>
      </dgm:t>
    </dgm:pt>
    <dgm:pt modelId="{41368ECB-0374-1C4E-8ABF-D4FA251186D7}" type="sibTrans" cxnId="{837E4720-EC3E-BC4F-B158-BC98950BD860}">
      <dgm:prSet/>
      <dgm:spPr/>
      <dgm:t>
        <a:bodyPr/>
        <a:lstStyle/>
        <a:p>
          <a:endParaRPr lang="en-GB" sz="2000"/>
        </a:p>
      </dgm:t>
    </dgm:pt>
    <dgm:pt modelId="{50A67927-BA02-734A-A0AE-86F97EFE870C}">
      <dgm:prSet phldrT="[Text]" custT="1"/>
      <dgm:spPr/>
      <dgm:t>
        <a:bodyPr/>
        <a:lstStyle/>
        <a:p>
          <a:r>
            <a:rPr lang="en-GB" sz="1200" dirty="0"/>
            <a:t>WBS</a:t>
          </a:r>
        </a:p>
      </dgm:t>
    </dgm:pt>
    <dgm:pt modelId="{570711A2-0F15-1E4E-84E9-5DECF631ACE9}" type="parTrans" cxnId="{6985565A-DDFA-3848-A7C7-84AD47110BDC}">
      <dgm:prSet/>
      <dgm:spPr/>
      <dgm:t>
        <a:bodyPr/>
        <a:lstStyle/>
        <a:p>
          <a:endParaRPr lang="en-GB" sz="2000"/>
        </a:p>
      </dgm:t>
    </dgm:pt>
    <dgm:pt modelId="{70E373C1-C499-4F4D-A411-9466517DB83A}" type="sibTrans" cxnId="{6985565A-DDFA-3848-A7C7-84AD47110BDC}">
      <dgm:prSet/>
      <dgm:spPr/>
      <dgm:t>
        <a:bodyPr/>
        <a:lstStyle/>
        <a:p>
          <a:endParaRPr lang="en-GB" sz="2000"/>
        </a:p>
      </dgm:t>
    </dgm:pt>
    <dgm:pt modelId="{98D6B55B-33A1-654B-9A07-4017B4BCBC3D}">
      <dgm:prSet phldrT="[Text]" custT="1"/>
      <dgm:spPr/>
      <dgm:t>
        <a:bodyPr/>
        <a:lstStyle/>
        <a:p>
          <a:r>
            <a:rPr lang="en-GB" sz="1200" dirty="0"/>
            <a:t>Project Schedule</a:t>
          </a:r>
        </a:p>
      </dgm:t>
    </dgm:pt>
    <dgm:pt modelId="{4B0E92FA-F37D-7E40-AB74-0DA56805BAE7}" type="parTrans" cxnId="{E90EE15E-D4A6-EA43-9388-1DB3442F283A}">
      <dgm:prSet/>
      <dgm:spPr/>
      <dgm:t>
        <a:bodyPr/>
        <a:lstStyle/>
        <a:p>
          <a:endParaRPr lang="en-GB" sz="2000"/>
        </a:p>
      </dgm:t>
    </dgm:pt>
    <dgm:pt modelId="{8A8A4344-3BE8-B549-90FE-FD6EAECB4AE4}" type="sibTrans" cxnId="{E90EE15E-D4A6-EA43-9388-1DB3442F283A}">
      <dgm:prSet/>
      <dgm:spPr/>
      <dgm:t>
        <a:bodyPr/>
        <a:lstStyle/>
        <a:p>
          <a:endParaRPr lang="en-GB" sz="2000"/>
        </a:p>
      </dgm:t>
    </dgm:pt>
    <dgm:pt modelId="{7634EBF5-E466-1B4A-B6D3-3F4B45B7606D}">
      <dgm:prSet phldrT="[Text]" custT="1"/>
      <dgm:spPr/>
      <dgm:t>
        <a:bodyPr/>
        <a:lstStyle/>
        <a:p>
          <a:r>
            <a:rPr lang="en-GB" sz="1200" dirty="0"/>
            <a:t>RAID Logs</a:t>
          </a:r>
        </a:p>
      </dgm:t>
    </dgm:pt>
    <dgm:pt modelId="{95F71EBD-EC94-9D42-BB0E-C52845D7632F}" type="parTrans" cxnId="{F76612AE-9797-CF42-8E31-DAC7AE8D065F}">
      <dgm:prSet/>
      <dgm:spPr/>
      <dgm:t>
        <a:bodyPr/>
        <a:lstStyle/>
        <a:p>
          <a:endParaRPr lang="en-GB" sz="2000"/>
        </a:p>
      </dgm:t>
    </dgm:pt>
    <dgm:pt modelId="{A576ACF3-5629-494C-825D-3E4D1ED5B6F7}" type="sibTrans" cxnId="{F76612AE-9797-CF42-8E31-DAC7AE8D065F}">
      <dgm:prSet/>
      <dgm:spPr/>
      <dgm:t>
        <a:bodyPr/>
        <a:lstStyle/>
        <a:p>
          <a:endParaRPr lang="en-GB" sz="2000"/>
        </a:p>
      </dgm:t>
    </dgm:pt>
    <dgm:pt modelId="{1BC165AB-B879-6E45-BE42-9DB85E468E5E}">
      <dgm:prSet phldrT="[Text]" custT="1"/>
      <dgm:spPr/>
      <dgm:t>
        <a:bodyPr/>
        <a:lstStyle/>
        <a:p>
          <a:r>
            <a:rPr lang="en-GB" sz="1200" b="1" dirty="0"/>
            <a:t>EXECUTION &amp; MONITORING</a:t>
          </a:r>
        </a:p>
      </dgm:t>
    </dgm:pt>
    <dgm:pt modelId="{DB346DC5-5247-BD41-9BBB-38F381C6763A}" type="parTrans" cxnId="{EA03CA31-7DF4-F64E-86BC-EF7C196FB755}">
      <dgm:prSet/>
      <dgm:spPr/>
      <dgm:t>
        <a:bodyPr/>
        <a:lstStyle/>
        <a:p>
          <a:endParaRPr lang="en-GB" sz="2000"/>
        </a:p>
      </dgm:t>
    </dgm:pt>
    <dgm:pt modelId="{4CF60A0D-4DA2-C649-B224-FED974309E30}" type="sibTrans" cxnId="{EA03CA31-7DF4-F64E-86BC-EF7C196FB755}">
      <dgm:prSet/>
      <dgm:spPr/>
      <dgm:t>
        <a:bodyPr/>
        <a:lstStyle/>
        <a:p>
          <a:endParaRPr lang="en-GB" sz="2000"/>
        </a:p>
      </dgm:t>
    </dgm:pt>
    <dgm:pt modelId="{364C3A0C-E45B-3E48-9CE5-9EB4D5E291A3}">
      <dgm:prSet phldrT="[Text]" custT="1"/>
      <dgm:spPr/>
      <dgm:t>
        <a:bodyPr/>
        <a:lstStyle/>
        <a:p>
          <a:r>
            <a:rPr lang="en-GB" sz="1200" b="1" dirty="0"/>
            <a:t>CLOSURE</a:t>
          </a:r>
        </a:p>
      </dgm:t>
    </dgm:pt>
    <dgm:pt modelId="{11A7F51E-264B-AE48-B5DB-DBB3BAC5164B}" type="parTrans" cxnId="{0D5AA30D-CA71-9A44-B08F-E9CA720D8700}">
      <dgm:prSet/>
      <dgm:spPr/>
      <dgm:t>
        <a:bodyPr/>
        <a:lstStyle/>
        <a:p>
          <a:endParaRPr lang="en-GB" sz="2000"/>
        </a:p>
      </dgm:t>
    </dgm:pt>
    <dgm:pt modelId="{D22C77A0-634A-E847-ACBE-C8CABEE39F57}" type="sibTrans" cxnId="{0D5AA30D-CA71-9A44-B08F-E9CA720D8700}">
      <dgm:prSet/>
      <dgm:spPr/>
      <dgm:t>
        <a:bodyPr/>
        <a:lstStyle/>
        <a:p>
          <a:endParaRPr lang="en-GB" sz="2000"/>
        </a:p>
      </dgm:t>
    </dgm:pt>
    <dgm:pt modelId="{089FD83E-6928-1E43-95D3-124D5441D173}">
      <dgm:prSet phldrT="[Text]" custT="1"/>
      <dgm:spPr/>
      <dgm:t>
        <a:bodyPr/>
        <a:lstStyle/>
        <a:p>
          <a:r>
            <a:rPr lang="en-GB" sz="1200" dirty="0"/>
            <a:t>Lessons Learnt, Project Report</a:t>
          </a:r>
        </a:p>
      </dgm:t>
    </dgm:pt>
    <dgm:pt modelId="{C048921F-4EB1-284C-AA0A-60D6AD5FBA44}" type="parTrans" cxnId="{A9595C70-9FCD-4C44-9CFA-6896FF1A1FE9}">
      <dgm:prSet/>
      <dgm:spPr/>
      <dgm:t>
        <a:bodyPr/>
        <a:lstStyle/>
        <a:p>
          <a:endParaRPr lang="en-GB" sz="2000"/>
        </a:p>
      </dgm:t>
    </dgm:pt>
    <dgm:pt modelId="{F1E9B66D-779F-044F-A36C-5A89712C4696}" type="sibTrans" cxnId="{A9595C70-9FCD-4C44-9CFA-6896FF1A1FE9}">
      <dgm:prSet/>
      <dgm:spPr/>
      <dgm:t>
        <a:bodyPr/>
        <a:lstStyle/>
        <a:p>
          <a:endParaRPr lang="en-GB" sz="2000"/>
        </a:p>
      </dgm:t>
    </dgm:pt>
    <dgm:pt modelId="{7A85E6ED-B8E9-284E-8BEF-F3C0C778F5C0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Develop</a:t>
          </a:r>
        </a:p>
      </dgm:t>
    </dgm:pt>
    <dgm:pt modelId="{86FF38A3-C483-214F-985A-8D30B54EDF81}" type="parTrans" cxnId="{E786262D-A736-4248-892C-69B415ED5604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45CF6AD3-13F7-C848-B1F5-16FDBE29A998}" type="sibTrans" cxnId="{E786262D-A736-4248-892C-69B415ED5604}">
      <dgm:prSet/>
      <dgm:spPr/>
      <dgm:t>
        <a:bodyPr/>
        <a:lstStyle/>
        <a:p>
          <a:endParaRPr lang="en-GB" sz="2000"/>
        </a:p>
      </dgm:t>
    </dgm:pt>
    <dgm:pt modelId="{9CF7D53B-F3DC-984D-B4E6-8F25C31E5C97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Deploy</a:t>
          </a:r>
        </a:p>
      </dgm:t>
    </dgm:pt>
    <dgm:pt modelId="{DD0F50AC-AB00-A748-AF99-554195A7089E}" type="parTrans" cxnId="{F97D133A-0D09-1048-A900-8175D377FAA5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D2E6F20F-6E07-4942-ADD7-7EF190DB0668}" type="sibTrans" cxnId="{F97D133A-0D09-1048-A900-8175D377FAA5}">
      <dgm:prSet/>
      <dgm:spPr/>
      <dgm:t>
        <a:bodyPr/>
        <a:lstStyle/>
        <a:p>
          <a:endParaRPr lang="en-GB" sz="2000"/>
        </a:p>
      </dgm:t>
    </dgm:pt>
    <dgm:pt modelId="{9D68368C-33AA-1644-80E4-398208A2C6F0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Code</a:t>
          </a:r>
        </a:p>
      </dgm:t>
    </dgm:pt>
    <dgm:pt modelId="{233303ED-F262-ED4B-9232-A7532CC4AECE}" type="parTrans" cxnId="{4BDA6B09-5160-9E45-8B87-B39B4C7AEB30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56363D6-F4EB-B243-ACB9-ABC2AB783F36}" type="sibTrans" cxnId="{4BDA6B09-5160-9E45-8B87-B39B4C7AEB30}">
      <dgm:prSet/>
      <dgm:spPr/>
      <dgm:t>
        <a:bodyPr/>
        <a:lstStyle/>
        <a:p>
          <a:endParaRPr lang="en-GB" sz="2000"/>
        </a:p>
      </dgm:t>
    </dgm:pt>
    <dgm:pt modelId="{D1A8A6CA-0B6E-724A-87A8-FD6A0D5D7FA2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 err="1"/>
            <a:t>Stramlit</a:t>
          </a:r>
          <a:r>
            <a:rPr lang="en-GB" sz="1200" dirty="0"/>
            <a:t> UI</a:t>
          </a:r>
        </a:p>
      </dgm:t>
    </dgm:pt>
    <dgm:pt modelId="{F2E405BB-9D46-8742-BDA8-9A651FCAAE01}" type="parTrans" cxnId="{453750EB-3F24-5C43-9F08-D8F42F13776E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ED709F34-2065-8B4D-8890-38221EB21289}" type="sibTrans" cxnId="{453750EB-3F24-5C43-9F08-D8F42F13776E}">
      <dgm:prSet/>
      <dgm:spPr/>
      <dgm:t>
        <a:bodyPr/>
        <a:lstStyle/>
        <a:p>
          <a:endParaRPr lang="en-GB" sz="2000"/>
        </a:p>
      </dgm:t>
    </dgm:pt>
    <dgm:pt modelId="{2E5B166C-9F1A-1A40-BE57-97EA2A4F71E6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Preprocessing</a:t>
          </a:r>
        </a:p>
      </dgm:t>
    </dgm:pt>
    <dgm:pt modelId="{3C4B69D1-D6CE-7142-B782-AC33E8916659}" type="parTrans" cxnId="{B7123702-C4A0-1F47-95DA-DEE6D88184FD}">
      <dgm:prSet/>
      <dgm:spPr/>
      <dgm:t>
        <a:bodyPr/>
        <a:lstStyle/>
        <a:p>
          <a:endParaRPr lang="en-GB"/>
        </a:p>
      </dgm:t>
    </dgm:pt>
    <dgm:pt modelId="{2CF3B4AA-7C11-2546-98DE-F3AAC32AAF14}" type="sibTrans" cxnId="{B7123702-C4A0-1F47-95DA-DEE6D88184FD}">
      <dgm:prSet/>
      <dgm:spPr/>
      <dgm:t>
        <a:bodyPr/>
        <a:lstStyle/>
        <a:p>
          <a:endParaRPr lang="en-GB"/>
        </a:p>
      </dgm:t>
    </dgm:pt>
    <dgm:pt modelId="{168E6C2B-590B-9741-AD46-A772950FDC0B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EDA</a:t>
          </a:r>
        </a:p>
      </dgm:t>
    </dgm:pt>
    <dgm:pt modelId="{6E9D28A9-0202-6B41-9DE6-9B3EADC17B28}" type="parTrans" cxnId="{30EEB2E9-F053-4943-AE18-FF55FCA6725D}">
      <dgm:prSet/>
      <dgm:spPr/>
      <dgm:t>
        <a:bodyPr/>
        <a:lstStyle/>
        <a:p>
          <a:endParaRPr lang="en-GB"/>
        </a:p>
      </dgm:t>
    </dgm:pt>
    <dgm:pt modelId="{53626C34-1CEF-B346-B7F0-3DD53269C5B6}" type="sibTrans" cxnId="{30EEB2E9-F053-4943-AE18-FF55FCA6725D}">
      <dgm:prSet/>
      <dgm:spPr/>
      <dgm:t>
        <a:bodyPr/>
        <a:lstStyle/>
        <a:p>
          <a:endParaRPr lang="en-GB"/>
        </a:p>
      </dgm:t>
    </dgm:pt>
    <dgm:pt modelId="{5F667AE8-046B-E44C-AE01-855B5A32DC04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Model </a:t>
          </a:r>
          <a:r>
            <a:rPr lang="en-GB" sz="1200" dirty="0" err="1"/>
            <a:t>Developement</a:t>
          </a:r>
          <a:endParaRPr lang="en-GB" sz="1200" dirty="0"/>
        </a:p>
      </dgm:t>
    </dgm:pt>
    <dgm:pt modelId="{D029E1B0-002C-1E4F-B8C4-E8D784F7075D}" type="parTrans" cxnId="{6547F771-C6A6-9944-81CB-E2324B811C3D}">
      <dgm:prSet/>
      <dgm:spPr/>
      <dgm:t>
        <a:bodyPr/>
        <a:lstStyle/>
        <a:p>
          <a:endParaRPr lang="en-GB"/>
        </a:p>
      </dgm:t>
    </dgm:pt>
    <dgm:pt modelId="{9BEB67CC-BC5C-9145-902E-B2D41574C4D9}" type="sibTrans" cxnId="{6547F771-C6A6-9944-81CB-E2324B811C3D}">
      <dgm:prSet/>
      <dgm:spPr/>
      <dgm:t>
        <a:bodyPr/>
        <a:lstStyle/>
        <a:p>
          <a:endParaRPr lang="en-GB"/>
        </a:p>
      </dgm:t>
    </dgm:pt>
    <dgm:pt modelId="{8914F4E6-8F5A-A647-9AC4-5F23D5F3067F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 err="1"/>
            <a:t>Streamlit</a:t>
          </a:r>
          <a:r>
            <a:rPr lang="en-GB" sz="1200" dirty="0"/>
            <a:t> UI</a:t>
          </a:r>
        </a:p>
      </dgm:t>
    </dgm:pt>
    <dgm:pt modelId="{B404269D-E280-B244-8985-C3EF359E4401}" type="parTrans" cxnId="{3735EE4F-36E3-D844-8F91-FF5D1466090B}">
      <dgm:prSet/>
      <dgm:spPr/>
      <dgm:t>
        <a:bodyPr/>
        <a:lstStyle/>
        <a:p>
          <a:endParaRPr lang="en-GB"/>
        </a:p>
      </dgm:t>
    </dgm:pt>
    <dgm:pt modelId="{5A42FEFD-13B1-4A48-A554-3AA146C7304E}" type="sibTrans" cxnId="{3735EE4F-36E3-D844-8F91-FF5D1466090B}">
      <dgm:prSet/>
      <dgm:spPr/>
      <dgm:t>
        <a:bodyPr/>
        <a:lstStyle/>
        <a:p>
          <a:endParaRPr lang="en-GB"/>
        </a:p>
      </dgm:t>
    </dgm:pt>
    <dgm:pt modelId="{E5400895-F99F-7F41-8583-4BD162EA06C2}" type="pres">
      <dgm:prSet presAssocID="{E92234AA-C860-3042-A562-30250E798F7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8E5C753-0B0D-8E4A-87C9-0512E2387AAE}" type="pres">
      <dgm:prSet presAssocID="{7835FD59-B514-0B47-B7B8-0983910456A6}" presName="hierRoot1" presStyleCnt="0"/>
      <dgm:spPr/>
    </dgm:pt>
    <dgm:pt modelId="{5820EE7F-AEA0-3E48-B9D6-424BD60081AD}" type="pres">
      <dgm:prSet presAssocID="{7835FD59-B514-0B47-B7B8-0983910456A6}" presName="composite" presStyleCnt="0"/>
      <dgm:spPr/>
    </dgm:pt>
    <dgm:pt modelId="{93EB40CF-C469-C042-9AAC-9E65599A2A8E}" type="pres">
      <dgm:prSet presAssocID="{7835FD59-B514-0B47-B7B8-0983910456A6}" presName="background" presStyleLbl="node0" presStyleIdx="0" presStyleCnt="1"/>
      <dgm:spPr/>
    </dgm:pt>
    <dgm:pt modelId="{265B3781-273D-0148-87CB-FBE8B43D31EF}" type="pres">
      <dgm:prSet presAssocID="{7835FD59-B514-0B47-B7B8-0983910456A6}" presName="text" presStyleLbl="fgAcc0" presStyleIdx="0" presStyleCnt="1" custScaleX="462161" custScaleY="256453">
        <dgm:presLayoutVars>
          <dgm:chPref val="3"/>
        </dgm:presLayoutVars>
      </dgm:prSet>
      <dgm:spPr/>
    </dgm:pt>
    <dgm:pt modelId="{5C49ECAC-5568-E44A-857C-15EC9EF0E8A5}" type="pres">
      <dgm:prSet presAssocID="{7835FD59-B514-0B47-B7B8-0983910456A6}" presName="hierChild2" presStyleCnt="0"/>
      <dgm:spPr/>
    </dgm:pt>
    <dgm:pt modelId="{564C0382-73AB-AD40-BC20-ACDA75959C27}" type="pres">
      <dgm:prSet presAssocID="{19D8E85A-EF28-1042-9B35-665A12874640}" presName="Name10" presStyleLbl="parChTrans1D2" presStyleIdx="0" presStyleCnt="4"/>
      <dgm:spPr/>
    </dgm:pt>
    <dgm:pt modelId="{10F1810C-02FC-0744-9E7D-3799BAC81C6A}" type="pres">
      <dgm:prSet presAssocID="{DF86860E-2719-A64A-80FF-F56192895399}" presName="hierRoot2" presStyleCnt="0"/>
      <dgm:spPr/>
    </dgm:pt>
    <dgm:pt modelId="{D5498994-C2A0-3C4E-A4A7-D16EB2379558}" type="pres">
      <dgm:prSet presAssocID="{DF86860E-2719-A64A-80FF-F56192895399}" presName="composite2" presStyleCnt="0"/>
      <dgm:spPr/>
    </dgm:pt>
    <dgm:pt modelId="{98C76165-9034-1643-9104-9B92F7A95E7E}" type="pres">
      <dgm:prSet presAssocID="{DF86860E-2719-A64A-80FF-F56192895399}" presName="background2" presStyleLbl="node2" presStyleIdx="0" presStyleCnt="4"/>
      <dgm:spPr/>
    </dgm:pt>
    <dgm:pt modelId="{F1BC48F8-BC78-354B-8D25-7D5CBB308992}" type="pres">
      <dgm:prSet presAssocID="{DF86860E-2719-A64A-80FF-F56192895399}" presName="text2" presStyleLbl="fgAcc2" presStyleIdx="0" presStyleCnt="4" custScaleX="131845">
        <dgm:presLayoutVars>
          <dgm:chPref val="3"/>
        </dgm:presLayoutVars>
      </dgm:prSet>
      <dgm:spPr/>
    </dgm:pt>
    <dgm:pt modelId="{0EDC9799-1D2B-AD42-A6DC-713273D15719}" type="pres">
      <dgm:prSet presAssocID="{DF86860E-2719-A64A-80FF-F56192895399}" presName="hierChild3" presStyleCnt="0"/>
      <dgm:spPr/>
    </dgm:pt>
    <dgm:pt modelId="{C31C142D-CC01-1143-97E8-88E8F2B4524A}" type="pres">
      <dgm:prSet presAssocID="{D11E7EEC-A2DD-6148-AD59-6CD83C19C84D}" presName="Name17" presStyleLbl="parChTrans1D3" presStyleIdx="0" presStyleCnt="8"/>
      <dgm:spPr/>
    </dgm:pt>
    <dgm:pt modelId="{26E33841-EF6B-1448-81F7-61C34CE82128}" type="pres">
      <dgm:prSet presAssocID="{6F990348-5120-7140-980E-D1A49D03543A}" presName="hierRoot3" presStyleCnt="0"/>
      <dgm:spPr/>
    </dgm:pt>
    <dgm:pt modelId="{783C22AC-5289-D94B-9E76-2851D2F1783E}" type="pres">
      <dgm:prSet presAssocID="{6F990348-5120-7140-980E-D1A49D03543A}" presName="composite3" presStyleCnt="0"/>
      <dgm:spPr/>
    </dgm:pt>
    <dgm:pt modelId="{44BEB450-4BCD-F54F-A322-73AA595A8A41}" type="pres">
      <dgm:prSet presAssocID="{6F990348-5120-7140-980E-D1A49D03543A}" presName="background3" presStyleLbl="node3" presStyleIdx="0" presStyleCnt="8"/>
      <dgm:spPr/>
    </dgm:pt>
    <dgm:pt modelId="{082858DA-3FBC-224B-94F4-A3E62BFB3CA0}" type="pres">
      <dgm:prSet presAssocID="{6F990348-5120-7140-980E-D1A49D03543A}" presName="text3" presStyleLbl="fgAcc3" presStyleIdx="0" presStyleCnt="8">
        <dgm:presLayoutVars>
          <dgm:chPref val="3"/>
        </dgm:presLayoutVars>
      </dgm:prSet>
      <dgm:spPr/>
    </dgm:pt>
    <dgm:pt modelId="{7629E604-018F-5242-B3CC-BC899D593649}" type="pres">
      <dgm:prSet presAssocID="{6F990348-5120-7140-980E-D1A49D03543A}" presName="hierChild4" presStyleCnt="0"/>
      <dgm:spPr/>
    </dgm:pt>
    <dgm:pt modelId="{7D68BC0A-EDF7-E349-B498-3CBB7AA07288}" type="pres">
      <dgm:prSet presAssocID="{0E737143-6448-C24B-BA8B-38BA7568F52E}" presName="Name17" presStyleLbl="parChTrans1D3" presStyleIdx="1" presStyleCnt="8"/>
      <dgm:spPr/>
    </dgm:pt>
    <dgm:pt modelId="{6BD3E0B7-5C33-314F-9AE1-8FB84560DB2A}" type="pres">
      <dgm:prSet presAssocID="{29AD3176-2D40-CF49-A544-12BEE310D254}" presName="hierRoot3" presStyleCnt="0"/>
      <dgm:spPr/>
    </dgm:pt>
    <dgm:pt modelId="{575676E5-BDCB-D34D-9698-BB8D578C3BE3}" type="pres">
      <dgm:prSet presAssocID="{29AD3176-2D40-CF49-A544-12BEE310D254}" presName="composite3" presStyleCnt="0"/>
      <dgm:spPr/>
    </dgm:pt>
    <dgm:pt modelId="{FEEC3C17-77DE-4445-9F57-EC26BC3F2F4C}" type="pres">
      <dgm:prSet presAssocID="{29AD3176-2D40-CF49-A544-12BEE310D254}" presName="background3" presStyleLbl="node3" presStyleIdx="1" presStyleCnt="8"/>
      <dgm:spPr/>
    </dgm:pt>
    <dgm:pt modelId="{8EEDF970-CC88-124A-A9E9-A1462E464C5C}" type="pres">
      <dgm:prSet presAssocID="{29AD3176-2D40-CF49-A544-12BEE310D254}" presName="text3" presStyleLbl="fgAcc3" presStyleIdx="1" presStyleCnt="8">
        <dgm:presLayoutVars>
          <dgm:chPref val="3"/>
        </dgm:presLayoutVars>
      </dgm:prSet>
      <dgm:spPr/>
    </dgm:pt>
    <dgm:pt modelId="{5E414DC5-BB3A-894D-9574-4858C7DCC085}" type="pres">
      <dgm:prSet presAssocID="{29AD3176-2D40-CF49-A544-12BEE310D254}" presName="hierChild4" presStyleCnt="0"/>
      <dgm:spPr/>
    </dgm:pt>
    <dgm:pt modelId="{CFFA7558-0139-FA4C-979C-AB56256C62DB}" type="pres">
      <dgm:prSet presAssocID="{C40EC512-88AF-B24D-AAB3-3E9A66643198}" presName="Name10" presStyleLbl="parChTrans1D2" presStyleIdx="1" presStyleCnt="4"/>
      <dgm:spPr/>
    </dgm:pt>
    <dgm:pt modelId="{6EC83D77-56A9-104D-AE1E-CD057355C747}" type="pres">
      <dgm:prSet presAssocID="{03B89768-B859-2E49-8534-20D1EFA29B3B}" presName="hierRoot2" presStyleCnt="0"/>
      <dgm:spPr/>
    </dgm:pt>
    <dgm:pt modelId="{DC8CD46E-7392-1744-84C8-9E787FE21689}" type="pres">
      <dgm:prSet presAssocID="{03B89768-B859-2E49-8534-20D1EFA29B3B}" presName="composite2" presStyleCnt="0"/>
      <dgm:spPr/>
    </dgm:pt>
    <dgm:pt modelId="{10ED8AD8-C95D-7F46-8284-6BFFCB8023D0}" type="pres">
      <dgm:prSet presAssocID="{03B89768-B859-2E49-8534-20D1EFA29B3B}" presName="background2" presStyleLbl="node2" presStyleIdx="1" presStyleCnt="4"/>
      <dgm:spPr/>
    </dgm:pt>
    <dgm:pt modelId="{CE004470-AE31-6542-BE4E-74C32357678F}" type="pres">
      <dgm:prSet presAssocID="{03B89768-B859-2E49-8534-20D1EFA29B3B}" presName="text2" presStyleLbl="fgAcc2" presStyleIdx="1" presStyleCnt="4">
        <dgm:presLayoutVars>
          <dgm:chPref val="3"/>
        </dgm:presLayoutVars>
      </dgm:prSet>
      <dgm:spPr/>
    </dgm:pt>
    <dgm:pt modelId="{05B32D1F-AA47-BD4B-9861-CEB2BA77339A}" type="pres">
      <dgm:prSet presAssocID="{03B89768-B859-2E49-8534-20D1EFA29B3B}" presName="hierChild3" presStyleCnt="0"/>
      <dgm:spPr/>
    </dgm:pt>
    <dgm:pt modelId="{174D4A2F-9BFD-8B4F-A3F7-0D2A7E4C3E7E}" type="pres">
      <dgm:prSet presAssocID="{570711A2-0F15-1E4E-84E9-5DECF631ACE9}" presName="Name17" presStyleLbl="parChTrans1D3" presStyleIdx="2" presStyleCnt="8"/>
      <dgm:spPr/>
    </dgm:pt>
    <dgm:pt modelId="{196731D4-7E5D-6145-ABEB-A5EEBB5B68CD}" type="pres">
      <dgm:prSet presAssocID="{50A67927-BA02-734A-A0AE-86F97EFE870C}" presName="hierRoot3" presStyleCnt="0"/>
      <dgm:spPr/>
    </dgm:pt>
    <dgm:pt modelId="{4B64F7C2-5DAB-AD4A-AE85-632E15C47654}" type="pres">
      <dgm:prSet presAssocID="{50A67927-BA02-734A-A0AE-86F97EFE870C}" presName="composite3" presStyleCnt="0"/>
      <dgm:spPr/>
    </dgm:pt>
    <dgm:pt modelId="{6E16703E-D480-984D-B802-173E140186A1}" type="pres">
      <dgm:prSet presAssocID="{50A67927-BA02-734A-A0AE-86F97EFE870C}" presName="background3" presStyleLbl="node3" presStyleIdx="2" presStyleCnt="8"/>
      <dgm:spPr/>
    </dgm:pt>
    <dgm:pt modelId="{1335637A-7683-4A41-B519-CE080C5D3C7D}" type="pres">
      <dgm:prSet presAssocID="{50A67927-BA02-734A-A0AE-86F97EFE870C}" presName="text3" presStyleLbl="fgAcc3" presStyleIdx="2" presStyleCnt="8">
        <dgm:presLayoutVars>
          <dgm:chPref val="3"/>
        </dgm:presLayoutVars>
      </dgm:prSet>
      <dgm:spPr/>
    </dgm:pt>
    <dgm:pt modelId="{9F81CD06-620E-2440-B2AF-59194600DD49}" type="pres">
      <dgm:prSet presAssocID="{50A67927-BA02-734A-A0AE-86F97EFE870C}" presName="hierChild4" presStyleCnt="0"/>
      <dgm:spPr/>
    </dgm:pt>
    <dgm:pt modelId="{A174D04D-B60D-7348-8B58-A47928E619EC}" type="pres">
      <dgm:prSet presAssocID="{4B0E92FA-F37D-7E40-AB74-0DA56805BAE7}" presName="Name17" presStyleLbl="parChTrans1D3" presStyleIdx="3" presStyleCnt="8"/>
      <dgm:spPr/>
    </dgm:pt>
    <dgm:pt modelId="{30A85658-0530-CB42-B571-1E87CC91D0E4}" type="pres">
      <dgm:prSet presAssocID="{98D6B55B-33A1-654B-9A07-4017B4BCBC3D}" presName="hierRoot3" presStyleCnt="0"/>
      <dgm:spPr/>
    </dgm:pt>
    <dgm:pt modelId="{E0024918-00B1-2340-BC03-724DBBE99F0A}" type="pres">
      <dgm:prSet presAssocID="{98D6B55B-33A1-654B-9A07-4017B4BCBC3D}" presName="composite3" presStyleCnt="0"/>
      <dgm:spPr/>
    </dgm:pt>
    <dgm:pt modelId="{9BB62355-7E98-FF48-B43F-443943F5FC67}" type="pres">
      <dgm:prSet presAssocID="{98D6B55B-33A1-654B-9A07-4017B4BCBC3D}" presName="background3" presStyleLbl="node3" presStyleIdx="3" presStyleCnt="8"/>
      <dgm:spPr/>
    </dgm:pt>
    <dgm:pt modelId="{98149894-16C1-9849-9F1D-7F8F3F75A8FC}" type="pres">
      <dgm:prSet presAssocID="{98D6B55B-33A1-654B-9A07-4017B4BCBC3D}" presName="text3" presStyleLbl="fgAcc3" presStyleIdx="3" presStyleCnt="8">
        <dgm:presLayoutVars>
          <dgm:chPref val="3"/>
        </dgm:presLayoutVars>
      </dgm:prSet>
      <dgm:spPr/>
    </dgm:pt>
    <dgm:pt modelId="{99C4F68D-F73D-6A4E-BE4F-1FE4355B995F}" type="pres">
      <dgm:prSet presAssocID="{98D6B55B-33A1-654B-9A07-4017B4BCBC3D}" presName="hierChild4" presStyleCnt="0"/>
      <dgm:spPr/>
    </dgm:pt>
    <dgm:pt modelId="{E2CD4462-F0C6-4B43-9B77-3211BA022417}" type="pres">
      <dgm:prSet presAssocID="{95F71EBD-EC94-9D42-BB0E-C52845D7632F}" presName="Name17" presStyleLbl="parChTrans1D3" presStyleIdx="4" presStyleCnt="8"/>
      <dgm:spPr/>
    </dgm:pt>
    <dgm:pt modelId="{08080D38-0204-9C4A-92FB-3C366F00C440}" type="pres">
      <dgm:prSet presAssocID="{7634EBF5-E466-1B4A-B6D3-3F4B45B7606D}" presName="hierRoot3" presStyleCnt="0"/>
      <dgm:spPr/>
    </dgm:pt>
    <dgm:pt modelId="{FDA12B9F-7C66-DB4A-8536-4921795A1CBB}" type="pres">
      <dgm:prSet presAssocID="{7634EBF5-E466-1B4A-B6D3-3F4B45B7606D}" presName="composite3" presStyleCnt="0"/>
      <dgm:spPr/>
    </dgm:pt>
    <dgm:pt modelId="{06B3B77D-83B7-4F4F-A505-FD6E2141620B}" type="pres">
      <dgm:prSet presAssocID="{7634EBF5-E466-1B4A-B6D3-3F4B45B7606D}" presName="background3" presStyleLbl="node3" presStyleIdx="4" presStyleCnt="8"/>
      <dgm:spPr/>
    </dgm:pt>
    <dgm:pt modelId="{EACE96B3-4D7B-5841-A0E5-AF7D060742AB}" type="pres">
      <dgm:prSet presAssocID="{7634EBF5-E466-1B4A-B6D3-3F4B45B7606D}" presName="text3" presStyleLbl="fgAcc3" presStyleIdx="4" presStyleCnt="8">
        <dgm:presLayoutVars>
          <dgm:chPref val="3"/>
        </dgm:presLayoutVars>
      </dgm:prSet>
      <dgm:spPr/>
    </dgm:pt>
    <dgm:pt modelId="{C87E8C82-A391-6047-AF70-E034A283C4E6}" type="pres">
      <dgm:prSet presAssocID="{7634EBF5-E466-1B4A-B6D3-3F4B45B7606D}" presName="hierChild4" presStyleCnt="0"/>
      <dgm:spPr/>
    </dgm:pt>
    <dgm:pt modelId="{BAE9D8D9-F63B-0243-A497-F16166EB0CBB}" type="pres">
      <dgm:prSet presAssocID="{DB346DC5-5247-BD41-9BBB-38F381C6763A}" presName="Name10" presStyleLbl="parChTrans1D2" presStyleIdx="2" presStyleCnt="4"/>
      <dgm:spPr/>
    </dgm:pt>
    <dgm:pt modelId="{7D3F5C1B-61DC-AD42-8AE5-BEEE45F0D2A2}" type="pres">
      <dgm:prSet presAssocID="{1BC165AB-B879-6E45-BE42-9DB85E468E5E}" presName="hierRoot2" presStyleCnt="0"/>
      <dgm:spPr/>
    </dgm:pt>
    <dgm:pt modelId="{AC665988-D2DC-E14F-B467-28ADF91F8F15}" type="pres">
      <dgm:prSet presAssocID="{1BC165AB-B879-6E45-BE42-9DB85E468E5E}" presName="composite2" presStyleCnt="0"/>
      <dgm:spPr/>
    </dgm:pt>
    <dgm:pt modelId="{B1AEAF6C-B8B1-1748-805C-DEA9F80466AD}" type="pres">
      <dgm:prSet presAssocID="{1BC165AB-B879-6E45-BE42-9DB85E468E5E}" presName="background2" presStyleLbl="node2" presStyleIdx="2" presStyleCnt="4"/>
      <dgm:spPr/>
    </dgm:pt>
    <dgm:pt modelId="{C9D855B1-F204-3449-A0AB-C83C199BFD6B}" type="pres">
      <dgm:prSet presAssocID="{1BC165AB-B879-6E45-BE42-9DB85E468E5E}" presName="text2" presStyleLbl="fgAcc2" presStyleIdx="2" presStyleCnt="4" custScaleX="167137">
        <dgm:presLayoutVars>
          <dgm:chPref val="3"/>
        </dgm:presLayoutVars>
      </dgm:prSet>
      <dgm:spPr/>
    </dgm:pt>
    <dgm:pt modelId="{158DD9B6-60BC-2441-9B3A-ABE4E09BA18B}" type="pres">
      <dgm:prSet presAssocID="{1BC165AB-B879-6E45-BE42-9DB85E468E5E}" presName="hierChild3" presStyleCnt="0"/>
      <dgm:spPr/>
    </dgm:pt>
    <dgm:pt modelId="{363CB994-25D6-3343-8FF2-3F44D7B39F3E}" type="pres">
      <dgm:prSet presAssocID="{86FF38A3-C483-214F-985A-8D30B54EDF81}" presName="Name17" presStyleLbl="parChTrans1D3" presStyleIdx="5" presStyleCnt="8"/>
      <dgm:spPr/>
    </dgm:pt>
    <dgm:pt modelId="{0517C462-0F20-474A-999F-2275B7CA1B26}" type="pres">
      <dgm:prSet presAssocID="{7A85E6ED-B8E9-284E-8BEF-F3C0C778F5C0}" presName="hierRoot3" presStyleCnt="0"/>
      <dgm:spPr/>
    </dgm:pt>
    <dgm:pt modelId="{53C3B555-F63D-CE45-9843-C980835FEDF2}" type="pres">
      <dgm:prSet presAssocID="{7A85E6ED-B8E9-284E-8BEF-F3C0C778F5C0}" presName="composite3" presStyleCnt="0"/>
      <dgm:spPr/>
    </dgm:pt>
    <dgm:pt modelId="{6D5BA4A2-8D20-0449-9E98-F0EF444A63FB}" type="pres">
      <dgm:prSet presAssocID="{7A85E6ED-B8E9-284E-8BEF-F3C0C778F5C0}" presName="background3" presStyleLbl="node3" presStyleIdx="5" presStyleCnt="8"/>
      <dgm:spPr>
        <a:solidFill>
          <a:schemeClr val="accent6"/>
        </a:solidFill>
      </dgm:spPr>
    </dgm:pt>
    <dgm:pt modelId="{FBAACFE0-43C6-F245-ADA4-A9A35786F27A}" type="pres">
      <dgm:prSet presAssocID="{7A85E6ED-B8E9-284E-8BEF-F3C0C778F5C0}" presName="text3" presStyleLbl="fgAcc3" presStyleIdx="5" presStyleCnt="8">
        <dgm:presLayoutVars>
          <dgm:chPref val="3"/>
        </dgm:presLayoutVars>
      </dgm:prSet>
      <dgm:spPr/>
    </dgm:pt>
    <dgm:pt modelId="{7131125B-E55F-734E-8098-71DEBEEDCC5A}" type="pres">
      <dgm:prSet presAssocID="{7A85E6ED-B8E9-284E-8BEF-F3C0C778F5C0}" presName="hierChild4" presStyleCnt="0"/>
      <dgm:spPr/>
    </dgm:pt>
    <dgm:pt modelId="{5408A212-47CD-4D46-8FAB-27B848FD240A}" type="pres">
      <dgm:prSet presAssocID="{233303ED-F262-ED4B-9232-A7532CC4AECE}" presName="Name23" presStyleLbl="parChTrans1D4" presStyleIdx="0" presStyleCnt="6"/>
      <dgm:spPr/>
    </dgm:pt>
    <dgm:pt modelId="{6DA1E2AD-2C79-CF4A-BF8F-DDC4BC3E8328}" type="pres">
      <dgm:prSet presAssocID="{9D68368C-33AA-1644-80E4-398208A2C6F0}" presName="hierRoot4" presStyleCnt="0"/>
      <dgm:spPr/>
    </dgm:pt>
    <dgm:pt modelId="{B9EA2B61-DBD5-A141-BC4B-993F0F3A5C66}" type="pres">
      <dgm:prSet presAssocID="{9D68368C-33AA-1644-80E4-398208A2C6F0}" presName="composite4" presStyleCnt="0"/>
      <dgm:spPr/>
    </dgm:pt>
    <dgm:pt modelId="{F7A0C49C-47A1-134D-818D-55E7FE493CB6}" type="pres">
      <dgm:prSet presAssocID="{9D68368C-33AA-1644-80E4-398208A2C6F0}" presName="background4" presStyleLbl="node4" presStyleIdx="0" presStyleCnt="6"/>
      <dgm:spPr>
        <a:solidFill>
          <a:schemeClr val="accent5"/>
        </a:solidFill>
      </dgm:spPr>
    </dgm:pt>
    <dgm:pt modelId="{37EEB28E-EED4-3D42-B6E7-4F1F94EEB9B5}" type="pres">
      <dgm:prSet presAssocID="{9D68368C-33AA-1644-80E4-398208A2C6F0}" presName="text4" presStyleLbl="fgAcc4" presStyleIdx="0" presStyleCnt="6">
        <dgm:presLayoutVars>
          <dgm:chPref val="3"/>
        </dgm:presLayoutVars>
      </dgm:prSet>
      <dgm:spPr/>
    </dgm:pt>
    <dgm:pt modelId="{5495DD1B-8F92-3E46-8B7A-A4A0FD3EC739}" type="pres">
      <dgm:prSet presAssocID="{9D68368C-33AA-1644-80E4-398208A2C6F0}" presName="hierChild5" presStyleCnt="0"/>
      <dgm:spPr/>
    </dgm:pt>
    <dgm:pt modelId="{337060B7-D3D4-F94E-B389-33AFD88D6377}" type="pres">
      <dgm:prSet presAssocID="{3C4B69D1-D6CE-7142-B782-AC33E8916659}" presName="Name23" presStyleLbl="parChTrans1D4" presStyleIdx="1" presStyleCnt="6"/>
      <dgm:spPr/>
    </dgm:pt>
    <dgm:pt modelId="{B2F0B8DB-094A-CE48-B70D-2EB4DA5FD022}" type="pres">
      <dgm:prSet presAssocID="{2E5B166C-9F1A-1A40-BE57-97EA2A4F71E6}" presName="hierRoot4" presStyleCnt="0"/>
      <dgm:spPr/>
    </dgm:pt>
    <dgm:pt modelId="{BFAF98AD-2BE9-C045-9DC6-545127F0E7BF}" type="pres">
      <dgm:prSet presAssocID="{2E5B166C-9F1A-1A40-BE57-97EA2A4F71E6}" presName="composite4" presStyleCnt="0"/>
      <dgm:spPr/>
    </dgm:pt>
    <dgm:pt modelId="{2CCD2003-1084-6E45-A16F-8DD22C2F3363}" type="pres">
      <dgm:prSet presAssocID="{2E5B166C-9F1A-1A40-BE57-97EA2A4F71E6}" presName="background4" presStyleLbl="node4" presStyleIdx="1" presStyleCnt="6"/>
      <dgm:spPr>
        <a:solidFill>
          <a:schemeClr val="accent1"/>
        </a:solidFill>
      </dgm:spPr>
    </dgm:pt>
    <dgm:pt modelId="{9870B9CA-F9A5-4E43-AED1-DF454225F6BE}" type="pres">
      <dgm:prSet presAssocID="{2E5B166C-9F1A-1A40-BE57-97EA2A4F71E6}" presName="text4" presStyleLbl="fgAcc4" presStyleIdx="1" presStyleCnt="6">
        <dgm:presLayoutVars>
          <dgm:chPref val="3"/>
        </dgm:presLayoutVars>
      </dgm:prSet>
      <dgm:spPr/>
    </dgm:pt>
    <dgm:pt modelId="{595335F3-78A3-4D46-9FAE-0177047895A2}" type="pres">
      <dgm:prSet presAssocID="{2E5B166C-9F1A-1A40-BE57-97EA2A4F71E6}" presName="hierChild5" presStyleCnt="0"/>
      <dgm:spPr/>
    </dgm:pt>
    <dgm:pt modelId="{F2409E12-FE7E-0B40-8ED9-46993E014F7D}" type="pres">
      <dgm:prSet presAssocID="{6E9D28A9-0202-6B41-9DE6-9B3EADC17B28}" presName="Name23" presStyleLbl="parChTrans1D4" presStyleIdx="2" presStyleCnt="6"/>
      <dgm:spPr/>
    </dgm:pt>
    <dgm:pt modelId="{5C727061-6ECD-0646-8CB9-1ECA039C7992}" type="pres">
      <dgm:prSet presAssocID="{168E6C2B-590B-9741-AD46-A772950FDC0B}" presName="hierRoot4" presStyleCnt="0"/>
      <dgm:spPr/>
    </dgm:pt>
    <dgm:pt modelId="{E687696C-B94D-AB46-B894-EAC5BA9F2A3B}" type="pres">
      <dgm:prSet presAssocID="{168E6C2B-590B-9741-AD46-A772950FDC0B}" presName="composite4" presStyleCnt="0"/>
      <dgm:spPr/>
    </dgm:pt>
    <dgm:pt modelId="{79156C9E-B7D6-044E-BDFF-0A9B633EEE56}" type="pres">
      <dgm:prSet presAssocID="{168E6C2B-590B-9741-AD46-A772950FDC0B}" presName="background4" presStyleLbl="node4" presStyleIdx="2" presStyleCnt="6"/>
      <dgm:spPr>
        <a:solidFill>
          <a:schemeClr val="accent1"/>
        </a:solidFill>
      </dgm:spPr>
    </dgm:pt>
    <dgm:pt modelId="{5735B7E3-EFC1-2649-A353-6DA6C57BE7F2}" type="pres">
      <dgm:prSet presAssocID="{168E6C2B-590B-9741-AD46-A772950FDC0B}" presName="text4" presStyleLbl="fgAcc4" presStyleIdx="2" presStyleCnt="6">
        <dgm:presLayoutVars>
          <dgm:chPref val="3"/>
        </dgm:presLayoutVars>
      </dgm:prSet>
      <dgm:spPr/>
    </dgm:pt>
    <dgm:pt modelId="{878E7CB4-370B-C24B-95F9-B0A6FDC29E0C}" type="pres">
      <dgm:prSet presAssocID="{168E6C2B-590B-9741-AD46-A772950FDC0B}" presName="hierChild5" presStyleCnt="0"/>
      <dgm:spPr/>
    </dgm:pt>
    <dgm:pt modelId="{F693BDAA-9A8E-FC45-932B-DEA151ED6822}" type="pres">
      <dgm:prSet presAssocID="{D029E1B0-002C-1E4F-B8C4-E8D784F7075D}" presName="Name23" presStyleLbl="parChTrans1D4" presStyleIdx="3" presStyleCnt="6"/>
      <dgm:spPr/>
    </dgm:pt>
    <dgm:pt modelId="{6650A149-B299-6E43-961A-E2FE500539D9}" type="pres">
      <dgm:prSet presAssocID="{5F667AE8-046B-E44C-AE01-855B5A32DC04}" presName="hierRoot4" presStyleCnt="0"/>
      <dgm:spPr/>
    </dgm:pt>
    <dgm:pt modelId="{213DB7BE-979D-2E4D-8A13-5430705A0393}" type="pres">
      <dgm:prSet presAssocID="{5F667AE8-046B-E44C-AE01-855B5A32DC04}" presName="composite4" presStyleCnt="0"/>
      <dgm:spPr/>
    </dgm:pt>
    <dgm:pt modelId="{C19139E1-A0BD-5B49-997C-3539729C0F4B}" type="pres">
      <dgm:prSet presAssocID="{5F667AE8-046B-E44C-AE01-855B5A32DC04}" presName="background4" presStyleLbl="node4" presStyleIdx="3" presStyleCnt="6"/>
      <dgm:spPr>
        <a:solidFill>
          <a:schemeClr val="accent1"/>
        </a:solidFill>
      </dgm:spPr>
    </dgm:pt>
    <dgm:pt modelId="{83C2F6A7-B8DB-EA4F-8B79-DB7C685DAB41}" type="pres">
      <dgm:prSet presAssocID="{5F667AE8-046B-E44C-AE01-855B5A32DC04}" presName="text4" presStyleLbl="fgAcc4" presStyleIdx="3" presStyleCnt="6">
        <dgm:presLayoutVars>
          <dgm:chPref val="3"/>
        </dgm:presLayoutVars>
      </dgm:prSet>
      <dgm:spPr/>
    </dgm:pt>
    <dgm:pt modelId="{1A519290-889C-734F-BEF1-6FBA89657A64}" type="pres">
      <dgm:prSet presAssocID="{5F667AE8-046B-E44C-AE01-855B5A32DC04}" presName="hierChild5" presStyleCnt="0"/>
      <dgm:spPr/>
    </dgm:pt>
    <dgm:pt modelId="{8BBCA62D-46DF-DA41-A721-B30D64F12F51}" type="pres">
      <dgm:prSet presAssocID="{B404269D-E280-B244-8985-C3EF359E4401}" presName="Name23" presStyleLbl="parChTrans1D4" presStyleIdx="4" presStyleCnt="6"/>
      <dgm:spPr/>
    </dgm:pt>
    <dgm:pt modelId="{B9830C9A-D20E-564A-A78F-221D5A7BDEDF}" type="pres">
      <dgm:prSet presAssocID="{8914F4E6-8F5A-A647-9AC4-5F23D5F3067F}" presName="hierRoot4" presStyleCnt="0"/>
      <dgm:spPr/>
    </dgm:pt>
    <dgm:pt modelId="{A049ED82-7D17-4E4B-801C-7ED2DA9C02C1}" type="pres">
      <dgm:prSet presAssocID="{8914F4E6-8F5A-A647-9AC4-5F23D5F3067F}" presName="composite4" presStyleCnt="0"/>
      <dgm:spPr/>
    </dgm:pt>
    <dgm:pt modelId="{7BC15EF3-0DDB-9343-A8E7-056233817092}" type="pres">
      <dgm:prSet presAssocID="{8914F4E6-8F5A-A647-9AC4-5F23D5F3067F}" presName="background4" presStyleLbl="node4" presStyleIdx="4" presStyleCnt="6"/>
      <dgm:spPr>
        <a:solidFill>
          <a:schemeClr val="accent1"/>
        </a:solidFill>
      </dgm:spPr>
    </dgm:pt>
    <dgm:pt modelId="{83794B4D-0647-C949-BFC8-EF70C9EBF151}" type="pres">
      <dgm:prSet presAssocID="{8914F4E6-8F5A-A647-9AC4-5F23D5F3067F}" presName="text4" presStyleLbl="fgAcc4" presStyleIdx="4" presStyleCnt="6">
        <dgm:presLayoutVars>
          <dgm:chPref val="3"/>
        </dgm:presLayoutVars>
      </dgm:prSet>
      <dgm:spPr/>
    </dgm:pt>
    <dgm:pt modelId="{76898DF3-9D6D-1B4C-A727-8F00CFE2E6C5}" type="pres">
      <dgm:prSet presAssocID="{8914F4E6-8F5A-A647-9AC4-5F23D5F3067F}" presName="hierChild5" presStyleCnt="0"/>
      <dgm:spPr/>
    </dgm:pt>
    <dgm:pt modelId="{773E929D-AFE4-8B45-A0D1-0E6894D6C807}" type="pres">
      <dgm:prSet presAssocID="{DD0F50AC-AB00-A748-AF99-554195A7089E}" presName="Name17" presStyleLbl="parChTrans1D3" presStyleIdx="6" presStyleCnt="8"/>
      <dgm:spPr/>
    </dgm:pt>
    <dgm:pt modelId="{45E85224-B6B6-1340-A27A-FD7BC23F97A6}" type="pres">
      <dgm:prSet presAssocID="{9CF7D53B-F3DC-984D-B4E6-8F25C31E5C97}" presName="hierRoot3" presStyleCnt="0"/>
      <dgm:spPr/>
    </dgm:pt>
    <dgm:pt modelId="{123552EF-AD3C-C24F-868E-356B6CF3F7CF}" type="pres">
      <dgm:prSet presAssocID="{9CF7D53B-F3DC-984D-B4E6-8F25C31E5C97}" presName="composite3" presStyleCnt="0"/>
      <dgm:spPr/>
    </dgm:pt>
    <dgm:pt modelId="{E25B53CB-CF47-6D48-8760-6D5D8C409868}" type="pres">
      <dgm:prSet presAssocID="{9CF7D53B-F3DC-984D-B4E6-8F25C31E5C97}" presName="background3" presStyleLbl="node3" presStyleIdx="6" presStyleCnt="8"/>
      <dgm:spPr>
        <a:solidFill>
          <a:schemeClr val="accent6"/>
        </a:solidFill>
      </dgm:spPr>
    </dgm:pt>
    <dgm:pt modelId="{EB5EDA5E-C36B-0D4C-A1AC-CFD58A43DD61}" type="pres">
      <dgm:prSet presAssocID="{9CF7D53B-F3DC-984D-B4E6-8F25C31E5C97}" presName="text3" presStyleLbl="fgAcc3" presStyleIdx="6" presStyleCnt="8">
        <dgm:presLayoutVars>
          <dgm:chPref val="3"/>
        </dgm:presLayoutVars>
      </dgm:prSet>
      <dgm:spPr/>
    </dgm:pt>
    <dgm:pt modelId="{D1A7D087-E9C3-9746-8FE6-7E4D4567C94A}" type="pres">
      <dgm:prSet presAssocID="{9CF7D53B-F3DC-984D-B4E6-8F25C31E5C97}" presName="hierChild4" presStyleCnt="0"/>
      <dgm:spPr/>
    </dgm:pt>
    <dgm:pt modelId="{FF3C020C-B8AD-294E-B19A-558A93F87E04}" type="pres">
      <dgm:prSet presAssocID="{F2E405BB-9D46-8742-BDA8-9A651FCAAE01}" presName="Name23" presStyleLbl="parChTrans1D4" presStyleIdx="5" presStyleCnt="6"/>
      <dgm:spPr/>
    </dgm:pt>
    <dgm:pt modelId="{C4EDDCE0-30BF-7C43-B5D5-93B5E4673083}" type="pres">
      <dgm:prSet presAssocID="{D1A8A6CA-0B6E-724A-87A8-FD6A0D5D7FA2}" presName="hierRoot4" presStyleCnt="0"/>
      <dgm:spPr/>
    </dgm:pt>
    <dgm:pt modelId="{9085F740-C290-AB4C-BFB4-AC054C1CE9A3}" type="pres">
      <dgm:prSet presAssocID="{D1A8A6CA-0B6E-724A-87A8-FD6A0D5D7FA2}" presName="composite4" presStyleCnt="0"/>
      <dgm:spPr/>
    </dgm:pt>
    <dgm:pt modelId="{F661BCB1-6019-854E-AB11-069C96B73448}" type="pres">
      <dgm:prSet presAssocID="{D1A8A6CA-0B6E-724A-87A8-FD6A0D5D7FA2}" presName="background4" presStyleLbl="node4" presStyleIdx="5" presStyleCnt="6"/>
      <dgm:spPr>
        <a:solidFill>
          <a:schemeClr val="accent5"/>
        </a:solidFill>
      </dgm:spPr>
    </dgm:pt>
    <dgm:pt modelId="{C4D0961C-9DF5-F94A-882D-21B44E665106}" type="pres">
      <dgm:prSet presAssocID="{D1A8A6CA-0B6E-724A-87A8-FD6A0D5D7FA2}" presName="text4" presStyleLbl="fgAcc4" presStyleIdx="5" presStyleCnt="6" custScaleX="127856">
        <dgm:presLayoutVars>
          <dgm:chPref val="3"/>
        </dgm:presLayoutVars>
      </dgm:prSet>
      <dgm:spPr/>
    </dgm:pt>
    <dgm:pt modelId="{34CB6D03-42F9-4E4D-9BE8-C5E96F55FD3C}" type="pres">
      <dgm:prSet presAssocID="{D1A8A6CA-0B6E-724A-87A8-FD6A0D5D7FA2}" presName="hierChild5" presStyleCnt="0"/>
      <dgm:spPr/>
    </dgm:pt>
    <dgm:pt modelId="{7E10B0DA-187E-374C-A6AE-91CED635F384}" type="pres">
      <dgm:prSet presAssocID="{11A7F51E-264B-AE48-B5DB-DBB3BAC5164B}" presName="Name10" presStyleLbl="parChTrans1D2" presStyleIdx="3" presStyleCnt="4"/>
      <dgm:spPr/>
    </dgm:pt>
    <dgm:pt modelId="{475CDCC4-99E6-AE40-993A-80ACB08444B9}" type="pres">
      <dgm:prSet presAssocID="{364C3A0C-E45B-3E48-9CE5-9EB4D5E291A3}" presName="hierRoot2" presStyleCnt="0"/>
      <dgm:spPr/>
    </dgm:pt>
    <dgm:pt modelId="{80632959-F26E-0F42-B83D-0CD745A56344}" type="pres">
      <dgm:prSet presAssocID="{364C3A0C-E45B-3E48-9CE5-9EB4D5E291A3}" presName="composite2" presStyleCnt="0"/>
      <dgm:spPr/>
    </dgm:pt>
    <dgm:pt modelId="{C6889B4A-A1C3-AE4F-B359-EDC34D071562}" type="pres">
      <dgm:prSet presAssocID="{364C3A0C-E45B-3E48-9CE5-9EB4D5E291A3}" presName="background2" presStyleLbl="node2" presStyleIdx="3" presStyleCnt="4"/>
      <dgm:spPr/>
    </dgm:pt>
    <dgm:pt modelId="{C7BFB9AC-490D-684C-AD05-725FCA559179}" type="pres">
      <dgm:prSet presAssocID="{364C3A0C-E45B-3E48-9CE5-9EB4D5E291A3}" presName="text2" presStyleLbl="fgAcc2" presStyleIdx="3" presStyleCnt="4">
        <dgm:presLayoutVars>
          <dgm:chPref val="3"/>
        </dgm:presLayoutVars>
      </dgm:prSet>
      <dgm:spPr/>
    </dgm:pt>
    <dgm:pt modelId="{2F49A084-5E89-8544-B0F0-F8BF8ECA93ED}" type="pres">
      <dgm:prSet presAssocID="{364C3A0C-E45B-3E48-9CE5-9EB4D5E291A3}" presName="hierChild3" presStyleCnt="0"/>
      <dgm:spPr/>
    </dgm:pt>
    <dgm:pt modelId="{2E414492-F43C-AA49-B51E-0ED6D0144652}" type="pres">
      <dgm:prSet presAssocID="{C048921F-4EB1-284C-AA0A-60D6AD5FBA44}" presName="Name17" presStyleLbl="parChTrans1D3" presStyleIdx="7" presStyleCnt="8"/>
      <dgm:spPr/>
    </dgm:pt>
    <dgm:pt modelId="{5525D7C2-81E4-FF4B-8B4D-0E636E9F643E}" type="pres">
      <dgm:prSet presAssocID="{089FD83E-6928-1E43-95D3-124D5441D173}" presName="hierRoot3" presStyleCnt="0"/>
      <dgm:spPr/>
    </dgm:pt>
    <dgm:pt modelId="{4F3A0766-3C68-594C-B679-35737288BD93}" type="pres">
      <dgm:prSet presAssocID="{089FD83E-6928-1E43-95D3-124D5441D173}" presName="composite3" presStyleCnt="0"/>
      <dgm:spPr/>
    </dgm:pt>
    <dgm:pt modelId="{1A666A08-3657-A346-BA52-88A9FB0BBAAD}" type="pres">
      <dgm:prSet presAssocID="{089FD83E-6928-1E43-95D3-124D5441D173}" presName="background3" presStyleLbl="node3" presStyleIdx="7" presStyleCnt="8"/>
      <dgm:spPr/>
    </dgm:pt>
    <dgm:pt modelId="{9667A29C-175F-3046-887F-2D268E592584}" type="pres">
      <dgm:prSet presAssocID="{089FD83E-6928-1E43-95D3-124D5441D173}" presName="text3" presStyleLbl="fgAcc3" presStyleIdx="7" presStyleCnt="8" custScaleX="129086" custScaleY="131092">
        <dgm:presLayoutVars>
          <dgm:chPref val="3"/>
        </dgm:presLayoutVars>
      </dgm:prSet>
      <dgm:spPr/>
    </dgm:pt>
    <dgm:pt modelId="{45A4F0D0-5A7C-A742-8F1A-1BE1A94228D5}" type="pres">
      <dgm:prSet presAssocID="{089FD83E-6928-1E43-95D3-124D5441D173}" presName="hierChild4" presStyleCnt="0"/>
      <dgm:spPr/>
    </dgm:pt>
  </dgm:ptLst>
  <dgm:cxnLst>
    <dgm:cxn modelId="{B7123702-C4A0-1F47-95DA-DEE6D88184FD}" srcId="{9D68368C-33AA-1644-80E4-398208A2C6F0}" destId="{2E5B166C-9F1A-1A40-BE57-97EA2A4F71E6}" srcOrd="0" destOrd="0" parTransId="{3C4B69D1-D6CE-7142-B782-AC33E8916659}" sibTransId="{2CF3B4AA-7C11-2546-98DE-F3AAC32AAF14}"/>
    <dgm:cxn modelId="{AEDED804-B867-D54A-A7F2-FD58FB67DAE5}" type="presOf" srcId="{6E9D28A9-0202-6B41-9DE6-9B3EADC17B28}" destId="{F2409E12-FE7E-0B40-8ED9-46993E014F7D}" srcOrd="0" destOrd="0" presId="urn:microsoft.com/office/officeart/2005/8/layout/hierarchy1"/>
    <dgm:cxn modelId="{4B41E706-3ABC-D94F-AE7E-17B3C44F96BB}" type="presOf" srcId="{95F71EBD-EC94-9D42-BB0E-C52845D7632F}" destId="{E2CD4462-F0C6-4B43-9B77-3211BA022417}" srcOrd="0" destOrd="0" presId="urn:microsoft.com/office/officeart/2005/8/layout/hierarchy1"/>
    <dgm:cxn modelId="{A01B5608-D917-EE4A-B88A-84DA3D17E91A}" type="presOf" srcId="{570711A2-0F15-1E4E-84E9-5DECF631ACE9}" destId="{174D4A2F-9BFD-8B4F-A3F7-0D2A7E4C3E7E}" srcOrd="0" destOrd="0" presId="urn:microsoft.com/office/officeart/2005/8/layout/hierarchy1"/>
    <dgm:cxn modelId="{4BDA6B09-5160-9E45-8B87-B39B4C7AEB30}" srcId="{7A85E6ED-B8E9-284E-8BEF-F3C0C778F5C0}" destId="{9D68368C-33AA-1644-80E4-398208A2C6F0}" srcOrd="0" destOrd="0" parTransId="{233303ED-F262-ED4B-9232-A7532CC4AECE}" sibTransId="{756363D6-F4EB-B243-ACB9-ABC2AB783F36}"/>
    <dgm:cxn modelId="{0D5AA30D-CA71-9A44-B08F-E9CA720D8700}" srcId="{7835FD59-B514-0B47-B7B8-0983910456A6}" destId="{364C3A0C-E45B-3E48-9CE5-9EB4D5E291A3}" srcOrd="3" destOrd="0" parTransId="{11A7F51E-264B-AE48-B5DB-DBB3BAC5164B}" sibTransId="{D22C77A0-634A-E847-ACBE-C8CABEE39F57}"/>
    <dgm:cxn modelId="{BF88391D-6D95-7544-B979-99EF16BE950C}" type="presOf" srcId="{0E737143-6448-C24B-BA8B-38BA7568F52E}" destId="{7D68BC0A-EDF7-E349-B498-3CBB7AA07288}" srcOrd="0" destOrd="0" presId="urn:microsoft.com/office/officeart/2005/8/layout/hierarchy1"/>
    <dgm:cxn modelId="{03682520-369E-9844-8772-12D7BEEB9049}" type="presOf" srcId="{7634EBF5-E466-1B4A-B6D3-3F4B45B7606D}" destId="{EACE96B3-4D7B-5841-A0E5-AF7D060742AB}" srcOrd="0" destOrd="0" presId="urn:microsoft.com/office/officeart/2005/8/layout/hierarchy1"/>
    <dgm:cxn modelId="{837E4720-EC3E-BC4F-B158-BC98950BD860}" srcId="{7835FD59-B514-0B47-B7B8-0983910456A6}" destId="{03B89768-B859-2E49-8534-20D1EFA29B3B}" srcOrd="1" destOrd="0" parTransId="{C40EC512-88AF-B24D-AAB3-3E9A66643198}" sibTransId="{41368ECB-0374-1C4E-8ABF-D4FA251186D7}"/>
    <dgm:cxn modelId="{78D1B723-A8FF-9C4F-81DD-D44082E0C26E}" type="presOf" srcId="{50A67927-BA02-734A-A0AE-86F97EFE870C}" destId="{1335637A-7683-4A41-B519-CE080C5D3C7D}" srcOrd="0" destOrd="0" presId="urn:microsoft.com/office/officeart/2005/8/layout/hierarchy1"/>
    <dgm:cxn modelId="{BE099827-F976-7944-9DB2-65430296F2D7}" type="presOf" srcId="{29AD3176-2D40-CF49-A544-12BEE310D254}" destId="{8EEDF970-CC88-124A-A9E9-A1462E464C5C}" srcOrd="0" destOrd="0" presId="urn:microsoft.com/office/officeart/2005/8/layout/hierarchy1"/>
    <dgm:cxn modelId="{10BE632A-2C02-5F4D-8A2C-941ADF474FA3}" type="presOf" srcId="{3C4B69D1-D6CE-7142-B782-AC33E8916659}" destId="{337060B7-D3D4-F94E-B389-33AFD88D6377}" srcOrd="0" destOrd="0" presId="urn:microsoft.com/office/officeart/2005/8/layout/hierarchy1"/>
    <dgm:cxn modelId="{E786262D-A736-4248-892C-69B415ED5604}" srcId="{1BC165AB-B879-6E45-BE42-9DB85E468E5E}" destId="{7A85E6ED-B8E9-284E-8BEF-F3C0C778F5C0}" srcOrd="0" destOrd="0" parTransId="{86FF38A3-C483-214F-985A-8D30B54EDF81}" sibTransId="{45CF6AD3-13F7-C848-B1F5-16FDBE29A998}"/>
    <dgm:cxn modelId="{EA03CA31-7DF4-F64E-86BC-EF7C196FB755}" srcId="{7835FD59-B514-0B47-B7B8-0983910456A6}" destId="{1BC165AB-B879-6E45-BE42-9DB85E468E5E}" srcOrd="2" destOrd="0" parTransId="{DB346DC5-5247-BD41-9BBB-38F381C6763A}" sibTransId="{4CF60A0D-4DA2-C649-B224-FED974309E30}"/>
    <dgm:cxn modelId="{F97D133A-0D09-1048-A900-8175D377FAA5}" srcId="{1BC165AB-B879-6E45-BE42-9DB85E468E5E}" destId="{9CF7D53B-F3DC-984D-B4E6-8F25C31E5C97}" srcOrd="1" destOrd="0" parTransId="{DD0F50AC-AB00-A748-AF99-554195A7089E}" sibTransId="{D2E6F20F-6E07-4942-ADD7-7EF190DB0668}"/>
    <dgm:cxn modelId="{5CF86E3A-9F1B-6844-8D34-F97D51863606}" type="presOf" srcId="{7835FD59-B514-0B47-B7B8-0983910456A6}" destId="{265B3781-273D-0148-87CB-FBE8B43D31EF}" srcOrd="0" destOrd="0" presId="urn:microsoft.com/office/officeart/2005/8/layout/hierarchy1"/>
    <dgm:cxn modelId="{04B2AF3A-F449-9540-96B1-543940464DE2}" type="presOf" srcId="{9D68368C-33AA-1644-80E4-398208A2C6F0}" destId="{37EEB28E-EED4-3D42-B6E7-4F1F94EEB9B5}" srcOrd="0" destOrd="0" presId="urn:microsoft.com/office/officeart/2005/8/layout/hierarchy1"/>
    <dgm:cxn modelId="{5B0FB93A-B915-C04F-9E8B-F175AF06A0C0}" type="presOf" srcId="{DD0F50AC-AB00-A748-AF99-554195A7089E}" destId="{773E929D-AFE4-8B45-A0D1-0E6894D6C807}" srcOrd="0" destOrd="0" presId="urn:microsoft.com/office/officeart/2005/8/layout/hierarchy1"/>
    <dgm:cxn modelId="{C078943E-F1F8-A940-8FE7-422BEFF8FD8B}" srcId="{7835FD59-B514-0B47-B7B8-0983910456A6}" destId="{DF86860E-2719-A64A-80FF-F56192895399}" srcOrd="0" destOrd="0" parTransId="{19D8E85A-EF28-1042-9B35-665A12874640}" sibTransId="{8C78E4B8-8A53-064A-8DEF-85538FBF9661}"/>
    <dgm:cxn modelId="{4CAAA23E-8D6B-894B-AB93-41302B1560A2}" type="presOf" srcId="{03B89768-B859-2E49-8534-20D1EFA29B3B}" destId="{CE004470-AE31-6542-BE4E-74C32357678F}" srcOrd="0" destOrd="0" presId="urn:microsoft.com/office/officeart/2005/8/layout/hierarchy1"/>
    <dgm:cxn modelId="{5EB73D5C-AB9E-914E-9018-B0022C76F8F0}" srcId="{DF86860E-2719-A64A-80FF-F56192895399}" destId="{29AD3176-2D40-CF49-A544-12BEE310D254}" srcOrd="1" destOrd="0" parTransId="{0E737143-6448-C24B-BA8B-38BA7568F52E}" sibTransId="{A987261C-62B1-B54A-BCDB-337C0AD98785}"/>
    <dgm:cxn modelId="{E90EE15E-D4A6-EA43-9388-1DB3442F283A}" srcId="{03B89768-B859-2E49-8534-20D1EFA29B3B}" destId="{98D6B55B-33A1-654B-9A07-4017B4BCBC3D}" srcOrd="1" destOrd="0" parTransId="{4B0E92FA-F37D-7E40-AB74-0DA56805BAE7}" sibTransId="{8A8A4344-3BE8-B549-90FE-FD6EAECB4AE4}"/>
    <dgm:cxn modelId="{A53DF661-6937-C94B-9394-A42B7ADEC98E}" type="presOf" srcId="{D1A8A6CA-0B6E-724A-87A8-FD6A0D5D7FA2}" destId="{C4D0961C-9DF5-F94A-882D-21B44E665106}" srcOrd="0" destOrd="0" presId="urn:microsoft.com/office/officeart/2005/8/layout/hierarchy1"/>
    <dgm:cxn modelId="{5A8F8F64-782C-5C4C-8EBE-756B6B8F5424}" type="presOf" srcId="{233303ED-F262-ED4B-9232-A7532CC4AECE}" destId="{5408A212-47CD-4D46-8FAB-27B848FD240A}" srcOrd="0" destOrd="0" presId="urn:microsoft.com/office/officeart/2005/8/layout/hierarchy1"/>
    <dgm:cxn modelId="{1E02DD68-05A6-9748-A2F1-A0DB4A826EDB}" type="presOf" srcId="{B404269D-E280-B244-8985-C3EF359E4401}" destId="{8BBCA62D-46DF-DA41-A721-B30D64F12F51}" srcOrd="0" destOrd="0" presId="urn:microsoft.com/office/officeart/2005/8/layout/hierarchy1"/>
    <dgm:cxn modelId="{1168CC6A-13E4-CB4A-8AB8-DEAAD21E0242}" type="presOf" srcId="{9CF7D53B-F3DC-984D-B4E6-8F25C31E5C97}" destId="{EB5EDA5E-C36B-0D4C-A1AC-CFD58A43DD61}" srcOrd="0" destOrd="0" presId="urn:microsoft.com/office/officeart/2005/8/layout/hierarchy1"/>
    <dgm:cxn modelId="{3735EE4F-36E3-D844-8F91-FF5D1466090B}" srcId="{9D68368C-33AA-1644-80E4-398208A2C6F0}" destId="{8914F4E6-8F5A-A647-9AC4-5F23D5F3067F}" srcOrd="3" destOrd="0" parTransId="{B404269D-E280-B244-8985-C3EF359E4401}" sibTransId="{5A42FEFD-13B1-4A48-A554-3AA146C7304E}"/>
    <dgm:cxn modelId="{A9595C70-9FCD-4C44-9CFA-6896FF1A1FE9}" srcId="{364C3A0C-E45B-3E48-9CE5-9EB4D5E291A3}" destId="{089FD83E-6928-1E43-95D3-124D5441D173}" srcOrd="0" destOrd="0" parTransId="{C048921F-4EB1-284C-AA0A-60D6AD5FBA44}" sibTransId="{F1E9B66D-779F-044F-A36C-5A89712C4696}"/>
    <dgm:cxn modelId="{6547F771-C6A6-9944-81CB-E2324B811C3D}" srcId="{9D68368C-33AA-1644-80E4-398208A2C6F0}" destId="{5F667AE8-046B-E44C-AE01-855B5A32DC04}" srcOrd="2" destOrd="0" parTransId="{D029E1B0-002C-1E4F-B8C4-E8D784F7075D}" sibTransId="{9BEB67CC-BC5C-9145-902E-B2D41574C4D9}"/>
    <dgm:cxn modelId="{719C3B54-305D-334D-A65C-7B1C979BB83A}" type="presOf" srcId="{6F990348-5120-7140-980E-D1A49D03543A}" destId="{082858DA-3FBC-224B-94F4-A3E62BFB3CA0}" srcOrd="0" destOrd="0" presId="urn:microsoft.com/office/officeart/2005/8/layout/hierarchy1"/>
    <dgm:cxn modelId="{F1AE3A58-4F85-4E45-89BC-DD815E209B19}" srcId="{DF86860E-2719-A64A-80FF-F56192895399}" destId="{6F990348-5120-7140-980E-D1A49D03543A}" srcOrd="0" destOrd="0" parTransId="{D11E7EEC-A2DD-6148-AD59-6CD83C19C84D}" sibTransId="{0052B031-3B0D-B94E-9A5F-DB1C9D4170CB}"/>
    <dgm:cxn modelId="{6985565A-DDFA-3848-A7C7-84AD47110BDC}" srcId="{03B89768-B859-2E49-8534-20D1EFA29B3B}" destId="{50A67927-BA02-734A-A0AE-86F97EFE870C}" srcOrd="0" destOrd="0" parTransId="{570711A2-0F15-1E4E-84E9-5DECF631ACE9}" sibTransId="{70E373C1-C499-4F4D-A411-9466517DB83A}"/>
    <dgm:cxn modelId="{066E5A7A-7493-D243-A08A-EEE79DF74F15}" type="presOf" srcId="{089FD83E-6928-1E43-95D3-124D5441D173}" destId="{9667A29C-175F-3046-887F-2D268E592584}" srcOrd="0" destOrd="0" presId="urn:microsoft.com/office/officeart/2005/8/layout/hierarchy1"/>
    <dgm:cxn modelId="{96667187-ED7A-F448-8C02-EB6382480F93}" type="presOf" srcId="{7A85E6ED-B8E9-284E-8BEF-F3C0C778F5C0}" destId="{FBAACFE0-43C6-F245-ADA4-A9A35786F27A}" srcOrd="0" destOrd="0" presId="urn:microsoft.com/office/officeart/2005/8/layout/hierarchy1"/>
    <dgm:cxn modelId="{3CDE8991-D4E3-D342-B845-CFE23D9C32FB}" type="presOf" srcId="{D11E7EEC-A2DD-6148-AD59-6CD83C19C84D}" destId="{C31C142D-CC01-1143-97E8-88E8F2B4524A}" srcOrd="0" destOrd="0" presId="urn:microsoft.com/office/officeart/2005/8/layout/hierarchy1"/>
    <dgm:cxn modelId="{26C77A95-DAF0-4B45-B1B6-0457D15564EB}" type="presOf" srcId="{F2E405BB-9D46-8742-BDA8-9A651FCAAE01}" destId="{FF3C020C-B8AD-294E-B19A-558A93F87E04}" srcOrd="0" destOrd="0" presId="urn:microsoft.com/office/officeart/2005/8/layout/hierarchy1"/>
    <dgm:cxn modelId="{D8CD5996-0B30-F349-9F30-D42AA6E89681}" type="presOf" srcId="{8914F4E6-8F5A-A647-9AC4-5F23D5F3067F}" destId="{83794B4D-0647-C949-BFC8-EF70C9EBF151}" srcOrd="0" destOrd="0" presId="urn:microsoft.com/office/officeart/2005/8/layout/hierarchy1"/>
    <dgm:cxn modelId="{BF876497-7D36-AD45-AA85-C361BF1A2AE0}" type="presOf" srcId="{4B0E92FA-F37D-7E40-AB74-0DA56805BAE7}" destId="{A174D04D-B60D-7348-8B58-A47928E619EC}" srcOrd="0" destOrd="0" presId="urn:microsoft.com/office/officeart/2005/8/layout/hierarchy1"/>
    <dgm:cxn modelId="{1A43619F-8B4C-CD4D-8FC4-223B04A8D29F}" type="presOf" srcId="{11A7F51E-264B-AE48-B5DB-DBB3BAC5164B}" destId="{7E10B0DA-187E-374C-A6AE-91CED635F384}" srcOrd="0" destOrd="0" presId="urn:microsoft.com/office/officeart/2005/8/layout/hierarchy1"/>
    <dgm:cxn modelId="{C34F24A0-102F-1444-A6DD-8C111F727E80}" srcId="{E92234AA-C860-3042-A562-30250E798F70}" destId="{7835FD59-B514-0B47-B7B8-0983910456A6}" srcOrd="0" destOrd="0" parTransId="{4516BA82-0BF7-DC4A-BB7E-AEF87CBA9E8E}" sibTransId="{4931CA2C-7170-5840-AE86-F1E13D28BB9E}"/>
    <dgm:cxn modelId="{C4FDB0A3-F50D-B44F-9359-18EC7246649A}" type="presOf" srcId="{1BC165AB-B879-6E45-BE42-9DB85E468E5E}" destId="{C9D855B1-F204-3449-A0AB-C83C199BFD6B}" srcOrd="0" destOrd="0" presId="urn:microsoft.com/office/officeart/2005/8/layout/hierarchy1"/>
    <dgm:cxn modelId="{5865EAA6-311B-6A4E-A85D-D95435A8FE9E}" type="presOf" srcId="{364C3A0C-E45B-3E48-9CE5-9EB4D5E291A3}" destId="{C7BFB9AC-490D-684C-AD05-725FCA559179}" srcOrd="0" destOrd="0" presId="urn:microsoft.com/office/officeart/2005/8/layout/hierarchy1"/>
    <dgm:cxn modelId="{6BDB3FA8-D41F-6343-8C39-B6BB9B24B5AE}" type="presOf" srcId="{D029E1B0-002C-1E4F-B8C4-E8D784F7075D}" destId="{F693BDAA-9A8E-FC45-932B-DEA151ED6822}" srcOrd="0" destOrd="0" presId="urn:microsoft.com/office/officeart/2005/8/layout/hierarchy1"/>
    <dgm:cxn modelId="{0681A6A9-D65C-0741-A34B-BBD65C06F33A}" type="presOf" srcId="{C048921F-4EB1-284C-AA0A-60D6AD5FBA44}" destId="{2E414492-F43C-AA49-B51E-0ED6D0144652}" srcOrd="0" destOrd="0" presId="urn:microsoft.com/office/officeart/2005/8/layout/hierarchy1"/>
    <dgm:cxn modelId="{F76612AE-9797-CF42-8E31-DAC7AE8D065F}" srcId="{03B89768-B859-2E49-8534-20D1EFA29B3B}" destId="{7634EBF5-E466-1B4A-B6D3-3F4B45B7606D}" srcOrd="2" destOrd="0" parTransId="{95F71EBD-EC94-9D42-BB0E-C52845D7632F}" sibTransId="{A576ACF3-5629-494C-825D-3E4D1ED5B6F7}"/>
    <dgm:cxn modelId="{D05727C1-86B7-0146-9C42-6DE2F95A19F9}" type="presOf" srcId="{19D8E85A-EF28-1042-9B35-665A12874640}" destId="{564C0382-73AB-AD40-BC20-ACDA75959C27}" srcOrd="0" destOrd="0" presId="urn:microsoft.com/office/officeart/2005/8/layout/hierarchy1"/>
    <dgm:cxn modelId="{C0676CC1-A498-B74A-B9F1-28FF0667297D}" type="presOf" srcId="{168E6C2B-590B-9741-AD46-A772950FDC0B}" destId="{5735B7E3-EFC1-2649-A353-6DA6C57BE7F2}" srcOrd="0" destOrd="0" presId="urn:microsoft.com/office/officeart/2005/8/layout/hierarchy1"/>
    <dgm:cxn modelId="{F030D0D4-D9B7-C34B-B2FB-7F93DAAFBC91}" type="presOf" srcId="{98D6B55B-33A1-654B-9A07-4017B4BCBC3D}" destId="{98149894-16C1-9849-9F1D-7F8F3F75A8FC}" srcOrd="0" destOrd="0" presId="urn:microsoft.com/office/officeart/2005/8/layout/hierarchy1"/>
    <dgm:cxn modelId="{F37200D7-D81C-5A4C-A896-0A8C5BEDC21A}" type="presOf" srcId="{C40EC512-88AF-B24D-AAB3-3E9A66643198}" destId="{CFFA7558-0139-FA4C-979C-AB56256C62DB}" srcOrd="0" destOrd="0" presId="urn:microsoft.com/office/officeart/2005/8/layout/hierarchy1"/>
    <dgm:cxn modelId="{36AB75D9-BECE-FF44-A8AD-D108544D7FC9}" type="presOf" srcId="{DB346DC5-5247-BD41-9BBB-38F381C6763A}" destId="{BAE9D8D9-F63B-0243-A497-F16166EB0CBB}" srcOrd="0" destOrd="0" presId="urn:microsoft.com/office/officeart/2005/8/layout/hierarchy1"/>
    <dgm:cxn modelId="{9D31B7DC-00B1-E949-9BC9-12BC75845FF2}" type="presOf" srcId="{E92234AA-C860-3042-A562-30250E798F70}" destId="{E5400895-F99F-7F41-8583-4BD162EA06C2}" srcOrd="0" destOrd="0" presId="urn:microsoft.com/office/officeart/2005/8/layout/hierarchy1"/>
    <dgm:cxn modelId="{603C30E7-6AA5-B942-A9F0-A5D2E759F4FD}" type="presOf" srcId="{2E5B166C-9F1A-1A40-BE57-97EA2A4F71E6}" destId="{9870B9CA-F9A5-4E43-AED1-DF454225F6BE}" srcOrd="0" destOrd="0" presId="urn:microsoft.com/office/officeart/2005/8/layout/hierarchy1"/>
    <dgm:cxn modelId="{7D5CC2E8-C773-9349-984C-84D99FCB0010}" type="presOf" srcId="{5F667AE8-046B-E44C-AE01-855B5A32DC04}" destId="{83C2F6A7-B8DB-EA4F-8B79-DB7C685DAB41}" srcOrd="0" destOrd="0" presId="urn:microsoft.com/office/officeart/2005/8/layout/hierarchy1"/>
    <dgm:cxn modelId="{30EEB2E9-F053-4943-AE18-FF55FCA6725D}" srcId="{9D68368C-33AA-1644-80E4-398208A2C6F0}" destId="{168E6C2B-590B-9741-AD46-A772950FDC0B}" srcOrd="1" destOrd="0" parTransId="{6E9D28A9-0202-6B41-9DE6-9B3EADC17B28}" sibTransId="{53626C34-1CEF-B346-B7F0-3DD53269C5B6}"/>
    <dgm:cxn modelId="{453750EB-3F24-5C43-9F08-D8F42F13776E}" srcId="{9CF7D53B-F3DC-984D-B4E6-8F25C31E5C97}" destId="{D1A8A6CA-0B6E-724A-87A8-FD6A0D5D7FA2}" srcOrd="0" destOrd="0" parTransId="{F2E405BB-9D46-8742-BDA8-9A651FCAAE01}" sibTransId="{ED709F34-2065-8B4D-8890-38221EB21289}"/>
    <dgm:cxn modelId="{59F2D2EE-BA77-CE42-85A2-D4E6538CB5EC}" type="presOf" srcId="{86FF38A3-C483-214F-985A-8D30B54EDF81}" destId="{363CB994-25D6-3343-8FF2-3F44D7B39F3E}" srcOrd="0" destOrd="0" presId="urn:microsoft.com/office/officeart/2005/8/layout/hierarchy1"/>
    <dgm:cxn modelId="{664B4DF5-806B-F342-99FA-08A2FF1C785A}" type="presOf" srcId="{DF86860E-2719-A64A-80FF-F56192895399}" destId="{F1BC48F8-BC78-354B-8D25-7D5CBB308992}" srcOrd="0" destOrd="0" presId="urn:microsoft.com/office/officeart/2005/8/layout/hierarchy1"/>
    <dgm:cxn modelId="{C27DC928-5F83-A341-9A8A-3D65574C3450}" type="presParOf" srcId="{E5400895-F99F-7F41-8583-4BD162EA06C2}" destId="{C8E5C753-0B0D-8E4A-87C9-0512E2387AAE}" srcOrd="0" destOrd="0" presId="urn:microsoft.com/office/officeart/2005/8/layout/hierarchy1"/>
    <dgm:cxn modelId="{AEE589A4-8404-8747-8D46-1A0AA562F188}" type="presParOf" srcId="{C8E5C753-0B0D-8E4A-87C9-0512E2387AAE}" destId="{5820EE7F-AEA0-3E48-B9D6-424BD60081AD}" srcOrd="0" destOrd="0" presId="urn:microsoft.com/office/officeart/2005/8/layout/hierarchy1"/>
    <dgm:cxn modelId="{E60A7D24-7496-0B42-AD40-1AFF5EF18246}" type="presParOf" srcId="{5820EE7F-AEA0-3E48-B9D6-424BD60081AD}" destId="{93EB40CF-C469-C042-9AAC-9E65599A2A8E}" srcOrd="0" destOrd="0" presId="urn:microsoft.com/office/officeart/2005/8/layout/hierarchy1"/>
    <dgm:cxn modelId="{8437D6F6-3FD6-7A42-A361-57F1CA834F0D}" type="presParOf" srcId="{5820EE7F-AEA0-3E48-B9D6-424BD60081AD}" destId="{265B3781-273D-0148-87CB-FBE8B43D31EF}" srcOrd="1" destOrd="0" presId="urn:microsoft.com/office/officeart/2005/8/layout/hierarchy1"/>
    <dgm:cxn modelId="{817FE589-E8FD-3C4C-9830-3F17DD3D4DD1}" type="presParOf" srcId="{C8E5C753-0B0D-8E4A-87C9-0512E2387AAE}" destId="{5C49ECAC-5568-E44A-857C-15EC9EF0E8A5}" srcOrd="1" destOrd="0" presId="urn:microsoft.com/office/officeart/2005/8/layout/hierarchy1"/>
    <dgm:cxn modelId="{AC17A48F-1C65-1947-B5EE-91CE9D799B7B}" type="presParOf" srcId="{5C49ECAC-5568-E44A-857C-15EC9EF0E8A5}" destId="{564C0382-73AB-AD40-BC20-ACDA75959C27}" srcOrd="0" destOrd="0" presId="urn:microsoft.com/office/officeart/2005/8/layout/hierarchy1"/>
    <dgm:cxn modelId="{371BC8BB-AD78-F64D-93E8-7740929FFE4F}" type="presParOf" srcId="{5C49ECAC-5568-E44A-857C-15EC9EF0E8A5}" destId="{10F1810C-02FC-0744-9E7D-3799BAC81C6A}" srcOrd="1" destOrd="0" presId="urn:microsoft.com/office/officeart/2005/8/layout/hierarchy1"/>
    <dgm:cxn modelId="{1B2F0EF5-4D9B-2347-8454-E3A605F7F5CF}" type="presParOf" srcId="{10F1810C-02FC-0744-9E7D-3799BAC81C6A}" destId="{D5498994-C2A0-3C4E-A4A7-D16EB2379558}" srcOrd="0" destOrd="0" presId="urn:microsoft.com/office/officeart/2005/8/layout/hierarchy1"/>
    <dgm:cxn modelId="{22A75D13-2200-8446-9FE6-227273CC36CB}" type="presParOf" srcId="{D5498994-C2A0-3C4E-A4A7-D16EB2379558}" destId="{98C76165-9034-1643-9104-9B92F7A95E7E}" srcOrd="0" destOrd="0" presId="urn:microsoft.com/office/officeart/2005/8/layout/hierarchy1"/>
    <dgm:cxn modelId="{F30D81D2-F401-2E4C-A270-8F547BBFF6F6}" type="presParOf" srcId="{D5498994-C2A0-3C4E-A4A7-D16EB2379558}" destId="{F1BC48F8-BC78-354B-8D25-7D5CBB308992}" srcOrd="1" destOrd="0" presId="urn:microsoft.com/office/officeart/2005/8/layout/hierarchy1"/>
    <dgm:cxn modelId="{24AA6A30-61D1-034A-80D4-192526852A37}" type="presParOf" srcId="{10F1810C-02FC-0744-9E7D-3799BAC81C6A}" destId="{0EDC9799-1D2B-AD42-A6DC-713273D15719}" srcOrd="1" destOrd="0" presId="urn:microsoft.com/office/officeart/2005/8/layout/hierarchy1"/>
    <dgm:cxn modelId="{98A6BA60-BA84-F54B-9958-509C1F437AAD}" type="presParOf" srcId="{0EDC9799-1D2B-AD42-A6DC-713273D15719}" destId="{C31C142D-CC01-1143-97E8-88E8F2B4524A}" srcOrd="0" destOrd="0" presId="urn:microsoft.com/office/officeart/2005/8/layout/hierarchy1"/>
    <dgm:cxn modelId="{0F8BD49E-798E-6249-B1CD-2A39F7582207}" type="presParOf" srcId="{0EDC9799-1D2B-AD42-A6DC-713273D15719}" destId="{26E33841-EF6B-1448-81F7-61C34CE82128}" srcOrd="1" destOrd="0" presId="urn:microsoft.com/office/officeart/2005/8/layout/hierarchy1"/>
    <dgm:cxn modelId="{78C2BEEA-E700-FF41-8AF4-CD03AFC19734}" type="presParOf" srcId="{26E33841-EF6B-1448-81F7-61C34CE82128}" destId="{783C22AC-5289-D94B-9E76-2851D2F1783E}" srcOrd="0" destOrd="0" presId="urn:microsoft.com/office/officeart/2005/8/layout/hierarchy1"/>
    <dgm:cxn modelId="{0A121F6D-E603-C84D-ADAB-781613F62AE4}" type="presParOf" srcId="{783C22AC-5289-D94B-9E76-2851D2F1783E}" destId="{44BEB450-4BCD-F54F-A322-73AA595A8A41}" srcOrd="0" destOrd="0" presId="urn:microsoft.com/office/officeart/2005/8/layout/hierarchy1"/>
    <dgm:cxn modelId="{C72C1542-AE52-5D43-B598-132B11A50A04}" type="presParOf" srcId="{783C22AC-5289-D94B-9E76-2851D2F1783E}" destId="{082858DA-3FBC-224B-94F4-A3E62BFB3CA0}" srcOrd="1" destOrd="0" presId="urn:microsoft.com/office/officeart/2005/8/layout/hierarchy1"/>
    <dgm:cxn modelId="{EE21CBA9-0C59-3F4C-BC1F-E32F288D9C50}" type="presParOf" srcId="{26E33841-EF6B-1448-81F7-61C34CE82128}" destId="{7629E604-018F-5242-B3CC-BC899D593649}" srcOrd="1" destOrd="0" presId="urn:microsoft.com/office/officeart/2005/8/layout/hierarchy1"/>
    <dgm:cxn modelId="{E795AA1E-D05E-504F-B0C8-01545BF0DC9E}" type="presParOf" srcId="{0EDC9799-1D2B-AD42-A6DC-713273D15719}" destId="{7D68BC0A-EDF7-E349-B498-3CBB7AA07288}" srcOrd="2" destOrd="0" presId="urn:microsoft.com/office/officeart/2005/8/layout/hierarchy1"/>
    <dgm:cxn modelId="{629D1966-D67B-7645-865C-11FB47B68D03}" type="presParOf" srcId="{0EDC9799-1D2B-AD42-A6DC-713273D15719}" destId="{6BD3E0B7-5C33-314F-9AE1-8FB84560DB2A}" srcOrd="3" destOrd="0" presId="urn:microsoft.com/office/officeart/2005/8/layout/hierarchy1"/>
    <dgm:cxn modelId="{4CCD39CB-70C7-1045-9AD9-0C5F305D720F}" type="presParOf" srcId="{6BD3E0B7-5C33-314F-9AE1-8FB84560DB2A}" destId="{575676E5-BDCB-D34D-9698-BB8D578C3BE3}" srcOrd="0" destOrd="0" presId="urn:microsoft.com/office/officeart/2005/8/layout/hierarchy1"/>
    <dgm:cxn modelId="{70AEC28E-7534-494C-A05D-2E37ABD4FC05}" type="presParOf" srcId="{575676E5-BDCB-D34D-9698-BB8D578C3BE3}" destId="{FEEC3C17-77DE-4445-9F57-EC26BC3F2F4C}" srcOrd="0" destOrd="0" presId="urn:microsoft.com/office/officeart/2005/8/layout/hierarchy1"/>
    <dgm:cxn modelId="{812EE255-BBFE-6E49-B773-D7455CF7D992}" type="presParOf" srcId="{575676E5-BDCB-D34D-9698-BB8D578C3BE3}" destId="{8EEDF970-CC88-124A-A9E9-A1462E464C5C}" srcOrd="1" destOrd="0" presId="urn:microsoft.com/office/officeart/2005/8/layout/hierarchy1"/>
    <dgm:cxn modelId="{B7598CF7-3B73-C945-B347-8224543E5288}" type="presParOf" srcId="{6BD3E0B7-5C33-314F-9AE1-8FB84560DB2A}" destId="{5E414DC5-BB3A-894D-9574-4858C7DCC085}" srcOrd="1" destOrd="0" presId="urn:microsoft.com/office/officeart/2005/8/layout/hierarchy1"/>
    <dgm:cxn modelId="{A8092E6D-F729-7941-87E0-E0A7BFB746DA}" type="presParOf" srcId="{5C49ECAC-5568-E44A-857C-15EC9EF0E8A5}" destId="{CFFA7558-0139-FA4C-979C-AB56256C62DB}" srcOrd="2" destOrd="0" presId="urn:microsoft.com/office/officeart/2005/8/layout/hierarchy1"/>
    <dgm:cxn modelId="{3F45DE8D-B963-7F4E-B853-F1DBE09BE38E}" type="presParOf" srcId="{5C49ECAC-5568-E44A-857C-15EC9EF0E8A5}" destId="{6EC83D77-56A9-104D-AE1E-CD057355C747}" srcOrd="3" destOrd="0" presId="urn:microsoft.com/office/officeart/2005/8/layout/hierarchy1"/>
    <dgm:cxn modelId="{1B369343-9DB8-D14D-88D9-CE9E4BEA8F17}" type="presParOf" srcId="{6EC83D77-56A9-104D-AE1E-CD057355C747}" destId="{DC8CD46E-7392-1744-84C8-9E787FE21689}" srcOrd="0" destOrd="0" presId="urn:microsoft.com/office/officeart/2005/8/layout/hierarchy1"/>
    <dgm:cxn modelId="{E3A7C17E-E173-694A-B562-21C55ACFCA61}" type="presParOf" srcId="{DC8CD46E-7392-1744-84C8-9E787FE21689}" destId="{10ED8AD8-C95D-7F46-8284-6BFFCB8023D0}" srcOrd="0" destOrd="0" presId="urn:microsoft.com/office/officeart/2005/8/layout/hierarchy1"/>
    <dgm:cxn modelId="{2F6ECC60-39E2-F246-AEAA-42292B4F93EB}" type="presParOf" srcId="{DC8CD46E-7392-1744-84C8-9E787FE21689}" destId="{CE004470-AE31-6542-BE4E-74C32357678F}" srcOrd="1" destOrd="0" presId="urn:microsoft.com/office/officeart/2005/8/layout/hierarchy1"/>
    <dgm:cxn modelId="{B9D20409-B1F1-EE44-B7D5-6AAF41C653B8}" type="presParOf" srcId="{6EC83D77-56A9-104D-AE1E-CD057355C747}" destId="{05B32D1F-AA47-BD4B-9861-CEB2BA77339A}" srcOrd="1" destOrd="0" presId="urn:microsoft.com/office/officeart/2005/8/layout/hierarchy1"/>
    <dgm:cxn modelId="{3C758403-2796-394B-9C0A-F4E3BAC8561F}" type="presParOf" srcId="{05B32D1F-AA47-BD4B-9861-CEB2BA77339A}" destId="{174D4A2F-9BFD-8B4F-A3F7-0D2A7E4C3E7E}" srcOrd="0" destOrd="0" presId="urn:microsoft.com/office/officeart/2005/8/layout/hierarchy1"/>
    <dgm:cxn modelId="{24C3E484-1245-0347-AA8B-7AAE73F3A130}" type="presParOf" srcId="{05B32D1F-AA47-BD4B-9861-CEB2BA77339A}" destId="{196731D4-7E5D-6145-ABEB-A5EEBB5B68CD}" srcOrd="1" destOrd="0" presId="urn:microsoft.com/office/officeart/2005/8/layout/hierarchy1"/>
    <dgm:cxn modelId="{0DD6C237-758C-EF4D-BAA5-98D5A6020327}" type="presParOf" srcId="{196731D4-7E5D-6145-ABEB-A5EEBB5B68CD}" destId="{4B64F7C2-5DAB-AD4A-AE85-632E15C47654}" srcOrd="0" destOrd="0" presId="urn:microsoft.com/office/officeart/2005/8/layout/hierarchy1"/>
    <dgm:cxn modelId="{C65022B0-8F70-E348-AEDE-C879ACF17562}" type="presParOf" srcId="{4B64F7C2-5DAB-AD4A-AE85-632E15C47654}" destId="{6E16703E-D480-984D-B802-173E140186A1}" srcOrd="0" destOrd="0" presId="urn:microsoft.com/office/officeart/2005/8/layout/hierarchy1"/>
    <dgm:cxn modelId="{8C4E342F-07C6-5341-9B7C-AB8E47EE3EF2}" type="presParOf" srcId="{4B64F7C2-5DAB-AD4A-AE85-632E15C47654}" destId="{1335637A-7683-4A41-B519-CE080C5D3C7D}" srcOrd="1" destOrd="0" presId="urn:microsoft.com/office/officeart/2005/8/layout/hierarchy1"/>
    <dgm:cxn modelId="{609B1F5F-1FF2-1B45-B4DD-B03A2FE166F7}" type="presParOf" srcId="{196731D4-7E5D-6145-ABEB-A5EEBB5B68CD}" destId="{9F81CD06-620E-2440-B2AF-59194600DD49}" srcOrd="1" destOrd="0" presId="urn:microsoft.com/office/officeart/2005/8/layout/hierarchy1"/>
    <dgm:cxn modelId="{F3EBDDD6-4347-9F46-B032-E5C79AEA66E1}" type="presParOf" srcId="{05B32D1F-AA47-BD4B-9861-CEB2BA77339A}" destId="{A174D04D-B60D-7348-8B58-A47928E619EC}" srcOrd="2" destOrd="0" presId="urn:microsoft.com/office/officeart/2005/8/layout/hierarchy1"/>
    <dgm:cxn modelId="{B0E783ED-2860-0442-824C-549976E74A17}" type="presParOf" srcId="{05B32D1F-AA47-BD4B-9861-CEB2BA77339A}" destId="{30A85658-0530-CB42-B571-1E87CC91D0E4}" srcOrd="3" destOrd="0" presId="urn:microsoft.com/office/officeart/2005/8/layout/hierarchy1"/>
    <dgm:cxn modelId="{9C197A76-EF05-2149-B313-D11D861890FD}" type="presParOf" srcId="{30A85658-0530-CB42-B571-1E87CC91D0E4}" destId="{E0024918-00B1-2340-BC03-724DBBE99F0A}" srcOrd="0" destOrd="0" presId="urn:microsoft.com/office/officeart/2005/8/layout/hierarchy1"/>
    <dgm:cxn modelId="{13553300-B298-E74C-AA26-0D8D17489CE8}" type="presParOf" srcId="{E0024918-00B1-2340-BC03-724DBBE99F0A}" destId="{9BB62355-7E98-FF48-B43F-443943F5FC67}" srcOrd="0" destOrd="0" presId="urn:microsoft.com/office/officeart/2005/8/layout/hierarchy1"/>
    <dgm:cxn modelId="{3475B80F-ED5E-D34C-A460-7771479343D9}" type="presParOf" srcId="{E0024918-00B1-2340-BC03-724DBBE99F0A}" destId="{98149894-16C1-9849-9F1D-7F8F3F75A8FC}" srcOrd="1" destOrd="0" presId="urn:microsoft.com/office/officeart/2005/8/layout/hierarchy1"/>
    <dgm:cxn modelId="{29F36491-5A06-7C4C-A09B-17627B8905FB}" type="presParOf" srcId="{30A85658-0530-CB42-B571-1E87CC91D0E4}" destId="{99C4F68D-F73D-6A4E-BE4F-1FE4355B995F}" srcOrd="1" destOrd="0" presId="urn:microsoft.com/office/officeart/2005/8/layout/hierarchy1"/>
    <dgm:cxn modelId="{FF2FE686-427B-F841-BFA6-17F00BC71A49}" type="presParOf" srcId="{05B32D1F-AA47-BD4B-9861-CEB2BA77339A}" destId="{E2CD4462-F0C6-4B43-9B77-3211BA022417}" srcOrd="4" destOrd="0" presId="urn:microsoft.com/office/officeart/2005/8/layout/hierarchy1"/>
    <dgm:cxn modelId="{04181F58-2F69-8441-AC80-D63CF96DF326}" type="presParOf" srcId="{05B32D1F-AA47-BD4B-9861-CEB2BA77339A}" destId="{08080D38-0204-9C4A-92FB-3C366F00C440}" srcOrd="5" destOrd="0" presId="urn:microsoft.com/office/officeart/2005/8/layout/hierarchy1"/>
    <dgm:cxn modelId="{6AC7E858-1DF4-F345-A826-A90DA677E00B}" type="presParOf" srcId="{08080D38-0204-9C4A-92FB-3C366F00C440}" destId="{FDA12B9F-7C66-DB4A-8536-4921795A1CBB}" srcOrd="0" destOrd="0" presId="urn:microsoft.com/office/officeart/2005/8/layout/hierarchy1"/>
    <dgm:cxn modelId="{74FCBB15-CC2D-C24E-9920-7701D875201B}" type="presParOf" srcId="{FDA12B9F-7C66-DB4A-8536-4921795A1CBB}" destId="{06B3B77D-83B7-4F4F-A505-FD6E2141620B}" srcOrd="0" destOrd="0" presId="urn:microsoft.com/office/officeart/2005/8/layout/hierarchy1"/>
    <dgm:cxn modelId="{8AB209F9-683A-F84B-9E81-C032B2062D9B}" type="presParOf" srcId="{FDA12B9F-7C66-DB4A-8536-4921795A1CBB}" destId="{EACE96B3-4D7B-5841-A0E5-AF7D060742AB}" srcOrd="1" destOrd="0" presId="urn:microsoft.com/office/officeart/2005/8/layout/hierarchy1"/>
    <dgm:cxn modelId="{DEF39B80-B589-614D-956C-2CF2229D158E}" type="presParOf" srcId="{08080D38-0204-9C4A-92FB-3C366F00C440}" destId="{C87E8C82-A391-6047-AF70-E034A283C4E6}" srcOrd="1" destOrd="0" presId="urn:microsoft.com/office/officeart/2005/8/layout/hierarchy1"/>
    <dgm:cxn modelId="{B7272B17-A5CC-DF46-9B44-02F965D32E55}" type="presParOf" srcId="{5C49ECAC-5568-E44A-857C-15EC9EF0E8A5}" destId="{BAE9D8D9-F63B-0243-A497-F16166EB0CBB}" srcOrd="4" destOrd="0" presId="urn:microsoft.com/office/officeart/2005/8/layout/hierarchy1"/>
    <dgm:cxn modelId="{C8C15E5B-A20D-E44A-AA1F-1321D818F490}" type="presParOf" srcId="{5C49ECAC-5568-E44A-857C-15EC9EF0E8A5}" destId="{7D3F5C1B-61DC-AD42-8AE5-BEEE45F0D2A2}" srcOrd="5" destOrd="0" presId="urn:microsoft.com/office/officeart/2005/8/layout/hierarchy1"/>
    <dgm:cxn modelId="{BBC3C237-7B77-3C47-82DA-6EDCC56B1A38}" type="presParOf" srcId="{7D3F5C1B-61DC-AD42-8AE5-BEEE45F0D2A2}" destId="{AC665988-D2DC-E14F-B467-28ADF91F8F15}" srcOrd="0" destOrd="0" presId="urn:microsoft.com/office/officeart/2005/8/layout/hierarchy1"/>
    <dgm:cxn modelId="{115FB8ED-B1FA-1146-91C7-39AA76199524}" type="presParOf" srcId="{AC665988-D2DC-E14F-B467-28ADF91F8F15}" destId="{B1AEAF6C-B8B1-1748-805C-DEA9F80466AD}" srcOrd="0" destOrd="0" presId="urn:microsoft.com/office/officeart/2005/8/layout/hierarchy1"/>
    <dgm:cxn modelId="{3287B05D-D15C-4647-AE22-33AAD5E31535}" type="presParOf" srcId="{AC665988-D2DC-E14F-B467-28ADF91F8F15}" destId="{C9D855B1-F204-3449-A0AB-C83C199BFD6B}" srcOrd="1" destOrd="0" presId="urn:microsoft.com/office/officeart/2005/8/layout/hierarchy1"/>
    <dgm:cxn modelId="{0F55F8F1-1608-5E4F-BF71-22515AC1B4E5}" type="presParOf" srcId="{7D3F5C1B-61DC-AD42-8AE5-BEEE45F0D2A2}" destId="{158DD9B6-60BC-2441-9B3A-ABE4E09BA18B}" srcOrd="1" destOrd="0" presId="urn:microsoft.com/office/officeart/2005/8/layout/hierarchy1"/>
    <dgm:cxn modelId="{48BD294D-BB42-534A-B48B-AAFF35C5E0D9}" type="presParOf" srcId="{158DD9B6-60BC-2441-9B3A-ABE4E09BA18B}" destId="{363CB994-25D6-3343-8FF2-3F44D7B39F3E}" srcOrd="0" destOrd="0" presId="urn:microsoft.com/office/officeart/2005/8/layout/hierarchy1"/>
    <dgm:cxn modelId="{2B0F58F2-5BCB-F94F-9520-06A061A1516E}" type="presParOf" srcId="{158DD9B6-60BC-2441-9B3A-ABE4E09BA18B}" destId="{0517C462-0F20-474A-999F-2275B7CA1B26}" srcOrd="1" destOrd="0" presId="urn:microsoft.com/office/officeart/2005/8/layout/hierarchy1"/>
    <dgm:cxn modelId="{B30A4C79-63DC-6643-B118-96E67CA62286}" type="presParOf" srcId="{0517C462-0F20-474A-999F-2275B7CA1B26}" destId="{53C3B555-F63D-CE45-9843-C980835FEDF2}" srcOrd="0" destOrd="0" presId="urn:microsoft.com/office/officeart/2005/8/layout/hierarchy1"/>
    <dgm:cxn modelId="{5B59AAE6-675C-174B-96EF-CB2DAD7EBE73}" type="presParOf" srcId="{53C3B555-F63D-CE45-9843-C980835FEDF2}" destId="{6D5BA4A2-8D20-0449-9E98-F0EF444A63FB}" srcOrd="0" destOrd="0" presId="urn:microsoft.com/office/officeart/2005/8/layout/hierarchy1"/>
    <dgm:cxn modelId="{7D2EAA7D-239D-8949-9D96-A86B97D22EF6}" type="presParOf" srcId="{53C3B555-F63D-CE45-9843-C980835FEDF2}" destId="{FBAACFE0-43C6-F245-ADA4-A9A35786F27A}" srcOrd="1" destOrd="0" presId="urn:microsoft.com/office/officeart/2005/8/layout/hierarchy1"/>
    <dgm:cxn modelId="{54C84D9F-7584-AF4F-9436-F7B370B6C9C6}" type="presParOf" srcId="{0517C462-0F20-474A-999F-2275B7CA1B26}" destId="{7131125B-E55F-734E-8098-71DEBEEDCC5A}" srcOrd="1" destOrd="0" presId="urn:microsoft.com/office/officeart/2005/8/layout/hierarchy1"/>
    <dgm:cxn modelId="{91F1418C-E860-504B-BE80-7E17F4ED36E7}" type="presParOf" srcId="{7131125B-E55F-734E-8098-71DEBEEDCC5A}" destId="{5408A212-47CD-4D46-8FAB-27B848FD240A}" srcOrd="0" destOrd="0" presId="urn:microsoft.com/office/officeart/2005/8/layout/hierarchy1"/>
    <dgm:cxn modelId="{7A611526-70ED-FD41-81A8-D087901FF18A}" type="presParOf" srcId="{7131125B-E55F-734E-8098-71DEBEEDCC5A}" destId="{6DA1E2AD-2C79-CF4A-BF8F-DDC4BC3E8328}" srcOrd="1" destOrd="0" presId="urn:microsoft.com/office/officeart/2005/8/layout/hierarchy1"/>
    <dgm:cxn modelId="{30ECDB19-DCAE-0A46-8A99-2C7B0E46D68A}" type="presParOf" srcId="{6DA1E2AD-2C79-CF4A-BF8F-DDC4BC3E8328}" destId="{B9EA2B61-DBD5-A141-BC4B-993F0F3A5C66}" srcOrd="0" destOrd="0" presId="urn:microsoft.com/office/officeart/2005/8/layout/hierarchy1"/>
    <dgm:cxn modelId="{63DED6A6-4B42-6D4B-BF11-36F7ED4BE349}" type="presParOf" srcId="{B9EA2B61-DBD5-A141-BC4B-993F0F3A5C66}" destId="{F7A0C49C-47A1-134D-818D-55E7FE493CB6}" srcOrd="0" destOrd="0" presId="urn:microsoft.com/office/officeart/2005/8/layout/hierarchy1"/>
    <dgm:cxn modelId="{36D5F04D-5507-694C-B06D-61D1AE56B706}" type="presParOf" srcId="{B9EA2B61-DBD5-A141-BC4B-993F0F3A5C66}" destId="{37EEB28E-EED4-3D42-B6E7-4F1F94EEB9B5}" srcOrd="1" destOrd="0" presId="urn:microsoft.com/office/officeart/2005/8/layout/hierarchy1"/>
    <dgm:cxn modelId="{4D3FB14A-D393-DD4B-9BC1-343EB4C88D5E}" type="presParOf" srcId="{6DA1E2AD-2C79-CF4A-BF8F-DDC4BC3E8328}" destId="{5495DD1B-8F92-3E46-8B7A-A4A0FD3EC739}" srcOrd="1" destOrd="0" presId="urn:microsoft.com/office/officeart/2005/8/layout/hierarchy1"/>
    <dgm:cxn modelId="{BB83643D-2420-B646-B2EB-5C40FA360DE1}" type="presParOf" srcId="{5495DD1B-8F92-3E46-8B7A-A4A0FD3EC739}" destId="{337060B7-D3D4-F94E-B389-33AFD88D6377}" srcOrd="0" destOrd="0" presId="urn:microsoft.com/office/officeart/2005/8/layout/hierarchy1"/>
    <dgm:cxn modelId="{9DC28AAA-BEEF-1F43-813C-AF56189729F6}" type="presParOf" srcId="{5495DD1B-8F92-3E46-8B7A-A4A0FD3EC739}" destId="{B2F0B8DB-094A-CE48-B70D-2EB4DA5FD022}" srcOrd="1" destOrd="0" presId="urn:microsoft.com/office/officeart/2005/8/layout/hierarchy1"/>
    <dgm:cxn modelId="{A491CA9B-C167-A246-87B9-490AAE6476CA}" type="presParOf" srcId="{B2F0B8DB-094A-CE48-B70D-2EB4DA5FD022}" destId="{BFAF98AD-2BE9-C045-9DC6-545127F0E7BF}" srcOrd="0" destOrd="0" presId="urn:microsoft.com/office/officeart/2005/8/layout/hierarchy1"/>
    <dgm:cxn modelId="{A9F2B913-3FE6-A840-8A1A-90FF2A1AB5DC}" type="presParOf" srcId="{BFAF98AD-2BE9-C045-9DC6-545127F0E7BF}" destId="{2CCD2003-1084-6E45-A16F-8DD22C2F3363}" srcOrd="0" destOrd="0" presId="urn:microsoft.com/office/officeart/2005/8/layout/hierarchy1"/>
    <dgm:cxn modelId="{6EE9E4AB-B4D1-2349-9679-6687FC3EECEC}" type="presParOf" srcId="{BFAF98AD-2BE9-C045-9DC6-545127F0E7BF}" destId="{9870B9CA-F9A5-4E43-AED1-DF454225F6BE}" srcOrd="1" destOrd="0" presId="urn:microsoft.com/office/officeart/2005/8/layout/hierarchy1"/>
    <dgm:cxn modelId="{6A561A04-D501-984A-BA51-148866265CD8}" type="presParOf" srcId="{B2F0B8DB-094A-CE48-B70D-2EB4DA5FD022}" destId="{595335F3-78A3-4D46-9FAE-0177047895A2}" srcOrd="1" destOrd="0" presId="urn:microsoft.com/office/officeart/2005/8/layout/hierarchy1"/>
    <dgm:cxn modelId="{3C91BD28-04C8-5D46-B909-F05C631F4EF8}" type="presParOf" srcId="{5495DD1B-8F92-3E46-8B7A-A4A0FD3EC739}" destId="{F2409E12-FE7E-0B40-8ED9-46993E014F7D}" srcOrd="2" destOrd="0" presId="urn:microsoft.com/office/officeart/2005/8/layout/hierarchy1"/>
    <dgm:cxn modelId="{6D10C288-F164-7F49-B626-7933B01F16A5}" type="presParOf" srcId="{5495DD1B-8F92-3E46-8B7A-A4A0FD3EC739}" destId="{5C727061-6ECD-0646-8CB9-1ECA039C7992}" srcOrd="3" destOrd="0" presId="urn:microsoft.com/office/officeart/2005/8/layout/hierarchy1"/>
    <dgm:cxn modelId="{4F364516-6460-6443-A370-D4E4FD937376}" type="presParOf" srcId="{5C727061-6ECD-0646-8CB9-1ECA039C7992}" destId="{E687696C-B94D-AB46-B894-EAC5BA9F2A3B}" srcOrd="0" destOrd="0" presId="urn:microsoft.com/office/officeart/2005/8/layout/hierarchy1"/>
    <dgm:cxn modelId="{84A4C770-2811-1044-B6AB-0570C862609D}" type="presParOf" srcId="{E687696C-B94D-AB46-B894-EAC5BA9F2A3B}" destId="{79156C9E-B7D6-044E-BDFF-0A9B633EEE56}" srcOrd="0" destOrd="0" presId="urn:microsoft.com/office/officeart/2005/8/layout/hierarchy1"/>
    <dgm:cxn modelId="{F066F60C-CE2A-9644-9963-D77FA72A89F9}" type="presParOf" srcId="{E687696C-B94D-AB46-B894-EAC5BA9F2A3B}" destId="{5735B7E3-EFC1-2649-A353-6DA6C57BE7F2}" srcOrd="1" destOrd="0" presId="urn:microsoft.com/office/officeart/2005/8/layout/hierarchy1"/>
    <dgm:cxn modelId="{0ECBD1F8-F1A2-D043-87D9-54CD276970EF}" type="presParOf" srcId="{5C727061-6ECD-0646-8CB9-1ECA039C7992}" destId="{878E7CB4-370B-C24B-95F9-B0A6FDC29E0C}" srcOrd="1" destOrd="0" presId="urn:microsoft.com/office/officeart/2005/8/layout/hierarchy1"/>
    <dgm:cxn modelId="{CA773B3E-3556-D945-BB06-1ACC0F348CDA}" type="presParOf" srcId="{5495DD1B-8F92-3E46-8B7A-A4A0FD3EC739}" destId="{F693BDAA-9A8E-FC45-932B-DEA151ED6822}" srcOrd="4" destOrd="0" presId="urn:microsoft.com/office/officeart/2005/8/layout/hierarchy1"/>
    <dgm:cxn modelId="{E441936B-F01A-EE4C-9E8C-3FE1D71134BA}" type="presParOf" srcId="{5495DD1B-8F92-3E46-8B7A-A4A0FD3EC739}" destId="{6650A149-B299-6E43-961A-E2FE500539D9}" srcOrd="5" destOrd="0" presId="urn:microsoft.com/office/officeart/2005/8/layout/hierarchy1"/>
    <dgm:cxn modelId="{E53A90D9-E91C-134E-924F-BEEC64670083}" type="presParOf" srcId="{6650A149-B299-6E43-961A-E2FE500539D9}" destId="{213DB7BE-979D-2E4D-8A13-5430705A0393}" srcOrd="0" destOrd="0" presId="urn:microsoft.com/office/officeart/2005/8/layout/hierarchy1"/>
    <dgm:cxn modelId="{95217C11-B0AB-C64F-8D48-B5EFD55E58B7}" type="presParOf" srcId="{213DB7BE-979D-2E4D-8A13-5430705A0393}" destId="{C19139E1-A0BD-5B49-997C-3539729C0F4B}" srcOrd="0" destOrd="0" presId="urn:microsoft.com/office/officeart/2005/8/layout/hierarchy1"/>
    <dgm:cxn modelId="{2097C4AB-BF32-6443-AD56-6E5CC5434FA2}" type="presParOf" srcId="{213DB7BE-979D-2E4D-8A13-5430705A0393}" destId="{83C2F6A7-B8DB-EA4F-8B79-DB7C685DAB41}" srcOrd="1" destOrd="0" presId="urn:microsoft.com/office/officeart/2005/8/layout/hierarchy1"/>
    <dgm:cxn modelId="{62968D84-1BB9-EA4A-B2A8-D2660623B18D}" type="presParOf" srcId="{6650A149-B299-6E43-961A-E2FE500539D9}" destId="{1A519290-889C-734F-BEF1-6FBA89657A64}" srcOrd="1" destOrd="0" presId="urn:microsoft.com/office/officeart/2005/8/layout/hierarchy1"/>
    <dgm:cxn modelId="{5A35AE1B-61C0-2B4A-8A16-8990590C499E}" type="presParOf" srcId="{5495DD1B-8F92-3E46-8B7A-A4A0FD3EC739}" destId="{8BBCA62D-46DF-DA41-A721-B30D64F12F51}" srcOrd="6" destOrd="0" presId="urn:microsoft.com/office/officeart/2005/8/layout/hierarchy1"/>
    <dgm:cxn modelId="{4653AFD0-9D4C-B74D-95B6-1B3BB2963D4F}" type="presParOf" srcId="{5495DD1B-8F92-3E46-8B7A-A4A0FD3EC739}" destId="{B9830C9A-D20E-564A-A78F-221D5A7BDEDF}" srcOrd="7" destOrd="0" presId="urn:microsoft.com/office/officeart/2005/8/layout/hierarchy1"/>
    <dgm:cxn modelId="{9C5A75BC-306F-AD4B-97EC-26F15BFA46E6}" type="presParOf" srcId="{B9830C9A-D20E-564A-A78F-221D5A7BDEDF}" destId="{A049ED82-7D17-4E4B-801C-7ED2DA9C02C1}" srcOrd="0" destOrd="0" presId="urn:microsoft.com/office/officeart/2005/8/layout/hierarchy1"/>
    <dgm:cxn modelId="{23A9A0E8-09F7-D94E-A56B-CCF3BFDCD401}" type="presParOf" srcId="{A049ED82-7D17-4E4B-801C-7ED2DA9C02C1}" destId="{7BC15EF3-0DDB-9343-A8E7-056233817092}" srcOrd="0" destOrd="0" presId="urn:microsoft.com/office/officeart/2005/8/layout/hierarchy1"/>
    <dgm:cxn modelId="{BDA2B114-1553-BB4C-B616-A2DE349385FD}" type="presParOf" srcId="{A049ED82-7D17-4E4B-801C-7ED2DA9C02C1}" destId="{83794B4D-0647-C949-BFC8-EF70C9EBF151}" srcOrd="1" destOrd="0" presId="urn:microsoft.com/office/officeart/2005/8/layout/hierarchy1"/>
    <dgm:cxn modelId="{79837B0C-CD6B-3247-9291-E9AA14BC515C}" type="presParOf" srcId="{B9830C9A-D20E-564A-A78F-221D5A7BDEDF}" destId="{76898DF3-9D6D-1B4C-A727-8F00CFE2E6C5}" srcOrd="1" destOrd="0" presId="urn:microsoft.com/office/officeart/2005/8/layout/hierarchy1"/>
    <dgm:cxn modelId="{2D31988C-4EC6-7F46-9D0B-4E96B9D069FB}" type="presParOf" srcId="{158DD9B6-60BC-2441-9B3A-ABE4E09BA18B}" destId="{773E929D-AFE4-8B45-A0D1-0E6894D6C807}" srcOrd="2" destOrd="0" presId="urn:microsoft.com/office/officeart/2005/8/layout/hierarchy1"/>
    <dgm:cxn modelId="{E1BE2F33-B25F-384B-B51A-585C6C5D0509}" type="presParOf" srcId="{158DD9B6-60BC-2441-9B3A-ABE4E09BA18B}" destId="{45E85224-B6B6-1340-A27A-FD7BC23F97A6}" srcOrd="3" destOrd="0" presId="urn:microsoft.com/office/officeart/2005/8/layout/hierarchy1"/>
    <dgm:cxn modelId="{0F149126-3F92-964E-A4D6-58491661E84A}" type="presParOf" srcId="{45E85224-B6B6-1340-A27A-FD7BC23F97A6}" destId="{123552EF-AD3C-C24F-868E-356B6CF3F7CF}" srcOrd="0" destOrd="0" presId="urn:microsoft.com/office/officeart/2005/8/layout/hierarchy1"/>
    <dgm:cxn modelId="{005EA983-D4C9-E644-8D5A-540A4B6DFAAE}" type="presParOf" srcId="{123552EF-AD3C-C24F-868E-356B6CF3F7CF}" destId="{E25B53CB-CF47-6D48-8760-6D5D8C409868}" srcOrd="0" destOrd="0" presId="urn:microsoft.com/office/officeart/2005/8/layout/hierarchy1"/>
    <dgm:cxn modelId="{35304FF0-47B2-4846-B0C9-2269120399BB}" type="presParOf" srcId="{123552EF-AD3C-C24F-868E-356B6CF3F7CF}" destId="{EB5EDA5E-C36B-0D4C-A1AC-CFD58A43DD61}" srcOrd="1" destOrd="0" presId="urn:microsoft.com/office/officeart/2005/8/layout/hierarchy1"/>
    <dgm:cxn modelId="{98A838FF-9473-C549-BEBF-2BAF1B32D498}" type="presParOf" srcId="{45E85224-B6B6-1340-A27A-FD7BC23F97A6}" destId="{D1A7D087-E9C3-9746-8FE6-7E4D4567C94A}" srcOrd="1" destOrd="0" presId="urn:microsoft.com/office/officeart/2005/8/layout/hierarchy1"/>
    <dgm:cxn modelId="{3E3566DE-17CD-5442-8AB9-DE3476E30878}" type="presParOf" srcId="{D1A7D087-E9C3-9746-8FE6-7E4D4567C94A}" destId="{FF3C020C-B8AD-294E-B19A-558A93F87E04}" srcOrd="0" destOrd="0" presId="urn:microsoft.com/office/officeart/2005/8/layout/hierarchy1"/>
    <dgm:cxn modelId="{4A7B8A17-AA6A-B44B-95BE-34720AA92E82}" type="presParOf" srcId="{D1A7D087-E9C3-9746-8FE6-7E4D4567C94A}" destId="{C4EDDCE0-30BF-7C43-B5D5-93B5E4673083}" srcOrd="1" destOrd="0" presId="urn:microsoft.com/office/officeart/2005/8/layout/hierarchy1"/>
    <dgm:cxn modelId="{FFC3ECEF-E325-B741-95BB-443CC36C25EE}" type="presParOf" srcId="{C4EDDCE0-30BF-7C43-B5D5-93B5E4673083}" destId="{9085F740-C290-AB4C-BFB4-AC054C1CE9A3}" srcOrd="0" destOrd="0" presId="urn:microsoft.com/office/officeart/2005/8/layout/hierarchy1"/>
    <dgm:cxn modelId="{82AFF0F3-975F-1343-8610-9DA533DA7553}" type="presParOf" srcId="{9085F740-C290-AB4C-BFB4-AC054C1CE9A3}" destId="{F661BCB1-6019-854E-AB11-069C96B73448}" srcOrd="0" destOrd="0" presId="urn:microsoft.com/office/officeart/2005/8/layout/hierarchy1"/>
    <dgm:cxn modelId="{A4F1D535-D679-D94D-9258-A05A1FE989A5}" type="presParOf" srcId="{9085F740-C290-AB4C-BFB4-AC054C1CE9A3}" destId="{C4D0961C-9DF5-F94A-882D-21B44E665106}" srcOrd="1" destOrd="0" presId="urn:microsoft.com/office/officeart/2005/8/layout/hierarchy1"/>
    <dgm:cxn modelId="{4D3D8E51-91D1-AF49-BAB0-27428D6C0420}" type="presParOf" srcId="{C4EDDCE0-30BF-7C43-B5D5-93B5E4673083}" destId="{34CB6D03-42F9-4E4D-9BE8-C5E96F55FD3C}" srcOrd="1" destOrd="0" presId="urn:microsoft.com/office/officeart/2005/8/layout/hierarchy1"/>
    <dgm:cxn modelId="{78E17283-83B0-8B4C-838C-1CE3FA45861D}" type="presParOf" srcId="{5C49ECAC-5568-E44A-857C-15EC9EF0E8A5}" destId="{7E10B0DA-187E-374C-A6AE-91CED635F384}" srcOrd="6" destOrd="0" presId="urn:microsoft.com/office/officeart/2005/8/layout/hierarchy1"/>
    <dgm:cxn modelId="{86BD4633-45F7-DD4C-B276-2849D2FBEE1E}" type="presParOf" srcId="{5C49ECAC-5568-E44A-857C-15EC9EF0E8A5}" destId="{475CDCC4-99E6-AE40-993A-80ACB08444B9}" srcOrd="7" destOrd="0" presId="urn:microsoft.com/office/officeart/2005/8/layout/hierarchy1"/>
    <dgm:cxn modelId="{B189B17E-7385-8142-BAB9-250CE8874001}" type="presParOf" srcId="{475CDCC4-99E6-AE40-993A-80ACB08444B9}" destId="{80632959-F26E-0F42-B83D-0CD745A56344}" srcOrd="0" destOrd="0" presId="urn:microsoft.com/office/officeart/2005/8/layout/hierarchy1"/>
    <dgm:cxn modelId="{79C4E164-59DF-2D45-B3E2-627DF47FD434}" type="presParOf" srcId="{80632959-F26E-0F42-B83D-0CD745A56344}" destId="{C6889B4A-A1C3-AE4F-B359-EDC34D071562}" srcOrd="0" destOrd="0" presId="urn:microsoft.com/office/officeart/2005/8/layout/hierarchy1"/>
    <dgm:cxn modelId="{EBCB2F60-338E-3340-94B6-20CF3453E5B1}" type="presParOf" srcId="{80632959-F26E-0F42-B83D-0CD745A56344}" destId="{C7BFB9AC-490D-684C-AD05-725FCA559179}" srcOrd="1" destOrd="0" presId="urn:microsoft.com/office/officeart/2005/8/layout/hierarchy1"/>
    <dgm:cxn modelId="{9AA6503B-482A-624F-8E5C-E431A8F6A8C1}" type="presParOf" srcId="{475CDCC4-99E6-AE40-993A-80ACB08444B9}" destId="{2F49A084-5E89-8544-B0F0-F8BF8ECA93ED}" srcOrd="1" destOrd="0" presId="urn:microsoft.com/office/officeart/2005/8/layout/hierarchy1"/>
    <dgm:cxn modelId="{D6F4C3F4-6904-4549-B909-B9FAF63B5D7B}" type="presParOf" srcId="{2F49A084-5E89-8544-B0F0-F8BF8ECA93ED}" destId="{2E414492-F43C-AA49-B51E-0ED6D0144652}" srcOrd="0" destOrd="0" presId="urn:microsoft.com/office/officeart/2005/8/layout/hierarchy1"/>
    <dgm:cxn modelId="{5488EFC0-5B21-E24F-8477-73DF980CA4D5}" type="presParOf" srcId="{2F49A084-5E89-8544-B0F0-F8BF8ECA93ED}" destId="{5525D7C2-81E4-FF4B-8B4D-0E636E9F643E}" srcOrd="1" destOrd="0" presId="urn:microsoft.com/office/officeart/2005/8/layout/hierarchy1"/>
    <dgm:cxn modelId="{BDDB6797-036C-044F-84FC-BC55AE1FE733}" type="presParOf" srcId="{5525D7C2-81E4-FF4B-8B4D-0E636E9F643E}" destId="{4F3A0766-3C68-594C-B679-35737288BD93}" srcOrd="0" destOrd="0" presId="urn:microsoft.com/office/officeart/2005/8/layout/hierarchy1"/>
    <dgm:cxn modelId="{54412D98-7F4F-E842-87B3-FD966A6D07B8}" type="presParOf" srcId="{4F3A0766-3C68-594C-B679-35737288BD93}" destId="{1A666A08-3657-A346-BA52-88A9FB0BBAAD}" srcOrd="0" destOrd="0" presId="urn:microsoft.com/office/officeart/2005/8/layout/hierarchy1"/>
    <dgm:cxn modelId="{5B5CD00A-670C-874F-83CD-1A35E752A85B}" type="presParOf" srcId="{4F3A0766-3C68-594C-B679-35737288BD93}" destId="{9667A29C-175F-3046-887F-2D268E592584}" srcOrd="1" destOrd="0" presId="urn:microsoft.com/office/officeart/2005/8/layout/hierarchy1"/>
    <dgm:cxn modelId="{CA9764C7-3022-D94D-A9C6-420C2DD560ED}" type="presParOf" srcId="{5525D7C2-81E4-FF4B-8B4D-0E636E9F643E}" destId="{45A4F0D0-5A7C-A742-8F1A-1BE1A94228D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414492-F43C-AA49-B51E-0ED6D0144652}">
      <dsp:nvSpPr>
        <dsp:cNvPr id="0" name=""/>
        <dsp:cNvSpPr/>
      </dsp:nvSpPr>
      <dsp:spPr>
        <a:xfrm>
          <a:off x="9801121" y="2386822"/>
          <a:ext cx="91440" cy="2713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1398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10B0DA-187E-374C-A6AE-91CED635F384}">
      <dsp:nvSpPr>
        <dsp:cNvPr id="0" name=""/>
        <dsp:cNvSpPr/>
      </dsp:nvSpPr>
      <dsp:spPr>
        <a:xfrm>
          <a:off x="5932932" y="1522858"/>
          <a:ext cx="3913909" cy="2713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4949"/>
              </a:lnTo>
              <a:lnTo>
                <a:pt x="3913909" y="184949"/>
              </a:lnTo>
              <a:lnTo>
                <a:pt x="3913909" y="271398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3C020C-B8AD-294E-B19A-558A93F87E04}">
      <dsp:nvSpPr>
        <dsp:cNvPr id="0" name=""/>
        <dsp:cNvSpPr/>
      </dsp:nvSpPr>
      <dsp:spPr>
        <a:xfrm>
          <a:off x="8524864" y="3250785"/>
          <a:ext cx="91440" cy="2713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1398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3E929D-AFE4-8B45-A0D1-0E6894D6C807}">
      <dsp:nvSpPr>
        <dsp:cNvPr id="0" name=""/>
        <dsp:cNvSpPr/>
      </dsp:nvSpPr>
      <dsp:spPr>
        <a:xfrm>
          <a:off x="7935324" y="2386822"/>
          <a:ext cx="635259" cy="2713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4949"/>
              </a:lnTo>
              <a:lnTo>
                <a:pt x="635259" y="184949"/>
              </a:lnTo>
              <a:lnTo>
                <a:pt x="635259" y="271398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BCA62D-46DF-DA41-A721-B30D64F12F51}">
      <dsp:nvSpPr>
        <dsp:cNvPr id="0" name=""/>
        <dsp:cNvSpPr/>
      </dsp:nvSpPr>
      <dsp:spPr>
        <a:xfrm>
          <a:off x="7300065" y="4114749"/>
          <a:ext cx="1710819" cy="2713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4949"/>
              </a:lnTo>
              <a:lnTo>
                <a:pt x="1710819" y="184949"/>
              </a:lnTo>
              <a:lnTo>
                <a:pt x="1710819" y="271398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93BDAA-9A8E-FC45-932B-DEA151ED6822}">
      <dsp:nvSpPr>
        <dsp:cNvPr id="0" name=""/>
        <dsp:cNvSpPr/>
      </dsp:nvSpPr>
      <dsp:spPr>
        <a:xfrm>
          <a:off x="7300065" y="4114749"/>
          <a:ext cx="570273" cy="2713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4949"/>
              </a:lnTo>
              <a:lnTo>
                <a:pt x="570273" y="184949"/>
              </a:lnTo>
              <a:lnTo>
                <a:pt x="570273" y="271398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409E12-FE7E-0B40-8ED9-46993E014F7D}">
      <dsp:nvSpPr>
        <dsp:cNvPr id="0" name=""/>
        <dsp:cNvSpPr/>
      </dsp:nvSpPr>
      <dsp:spPr>
        <a:xfrm>
          <a:off x="6729792" y="4114749"/>
          <a:ext cx="570273" cy="271398"/>
        </a:xfrm>
        <a:custGeom>
          <a:avLst/>
          <a:gdLst/>
          <a:ahLst/>
          <a:cxnLst/>
          <a:rect l="0" t="0" r="0" b="0"/>
          <a:pathLst>
            <a:path>
              <a:moveTo>
                <a:pt x="570273" y="0"/>
              </a:moveTo>
              <a:lnTo>
                <a:pt x="570273" y="184949"/>
              </a:lnTo>
              <a:lnTo>
                <a:pt x="0" y="184949"/>
              </a:lnTo>
              <a:lnTo>
                <a:pt x="0" y="271398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7060B7-D3D4-F94E-B389-33AFD88D6377}">
      <dsp:nvSpPr>
        <dsp:cNvPr id="0" name=""/>
        <dsp:cNvSpPr/>
      </dsp:nvSpPr>
      <dsp:spPr>
        <a:xfrm>
          <a:off x="5589246" y="4114749"/>
          <a:ext cx="1710819" cy="271398"/>
        </a:xfrm>
        <a:custGeom>
          <a:avLst/>
          <a:gdLst/>
          <a:ahLst/>
          <a:cxnLst/>
          <a:rect l="0" t="0" r="0" b="0"/>
          <a:pathLst>
            <a:path>
              <a:moveTo>
                <a:pt x="1710819" y="0"/>
              </a:moveTo>
              <a:lnTo>
                <a:pt x="1710819" y="184949"/>
              </a:lnTo>
              <a:lnTo>
                <a:pt x="0" y="184949"/>
              </a:lnTo>
              <a:lnTo>
                <a:pt x="0" y="271398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08A212-47CD-4D46-8FAB-27B848FD240A}">
      <dsp:nvSpPr>
        <dsp:cNvPr id="0" name=""/>
        <dsp:cNvSpPr/>
      </dsp:nvSpPr>
      <dsp:spPr>
        <a:xfrm>
          <a:off x="7254345" y="3250785"/>
          <a:ext cx="91440" cy="2713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1398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3CB994-25D6-3343-8FF2-3F44D7B39F3E}">
      <dsp:nvSpPr>
        <dsp:cNvPr id="0" name=""/>
        <dsp:cNvSpPr/>
      </dsp:nvSpPr>
      <dsp:spPr>
        <a:xfrm>
          <a:off x="7300065" y="2386822"/>
          <a:ext cx="635259" cy="271398"/>
        </a:xfrm>
        <a:custGeom>
          <a:avLst/>
          <a:gdLst/>
          <a:ahLst/>
          <a:cxnLst/>
          <a:rect l="0" t="0" r="0" b="0"/>
          <a:pathLst>
            <a:path>
              <a:moveTo>
                <a:pt x="635259" y="0"/>
              </a:moveTo>
              <a:lnTo>
                <a:pt x="635259" y="184949"/>
              </a:lnTo>
              <a:lnTo>
                <a:pt x="0" y="184949"/>
              </a:lnTo>
              <a:lnTo>
                <a:pt x="0" y="271398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E9D8D9-F63B-0243-A497-F16166EB0CBB}">
      <dsp:nvSpPr>
        <dsp:cNvPr id="0" name=""/>
        <dsp:cNvSpPr/>
      </dsp:nvSpPr>
      <dsp:spPr>
        <a:xfrm>
          <a:off x="5932932" y="1522858"/>
          <a:ext cx="2002392" cy="2713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4949"/>
              </a:lnTo>
              <a:lnTo>
                <a:pt x="2002392" y="184949"/>
              </a:lnTo>
              <a:lnTo>
                <a:pt x="2002392" y="271398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CD4462-F0C6-4B43-9B77-3211BA022417}">
      <dsp:nvSpPr>
        <dsp:cNvPr id="0" name=""/>
        <dsp:cNvSpPr/>
      </dsp:nvSpPr>
      <dsp:spPr>
        <a:xfrm>
          <a:off x="5018973" y="2386822"/>
          <a:ext cx="1140546" cy="2713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4949"/>
              </a:lnTo>
              <a:lnTo>
                <a:pt x="1140546" y="184949"/>
              </a:lnTo>
              <a:lnTo>
                <a:pt x="1140546" y="271398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74D04D-B60D-7348-8B58-A47928E619EC}">
      <dsp:nvSpPr>
        <dsp:cNvPr id="0" name=""/>
        <dsp:cNvSpPr/>
      </dsp:nvSpPr>
      <dsp:spPr>
        <a:xfrm>
          <a:off x="4973253" y="2386822"/>
          <a:ext cx="91440" cy="2713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1398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4D4A2F-9BFD-8B4F-A3F7-0D2A7E4C3E7E}">
      <dsp:nvSpPr>
        <dsp:cNvPr id="0" name=""/>
        <dsp:cNvSpPr/>
      </dsp:nvSpPr>
      <dsp:spPr>
        <a:xfrm>
          <a:off x="3878426" y="2386822"/>
          <a:ext cx="1140546" cy="271398"/>
        </a:xfrm>
        <a:custGeom>
          <a:avLst/>
          <a:gdLst/>
          <a:ahLst/>
          <a:cxnLst/>
          <a:rect l="0" t="0" r="0" b="0"/>
          <a:pathLst>
            <a:path>
              <a:moveTo>
                <a:pt x="1140546" y="0"/>
              </a:moveTo>
              <a:lnTo>
                <a:pt x="1140546" y="184949"/>
              </a:lnTo>
              <a:lnTo>
                <a:pt x="0" y="184949"/>
              </a:lnTo>
              <a:lnTo>
                <a:pt x="0" y="271398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FA7558-0139-FA4C-979C-AB56256C62DB}">
      <dsp:nvSpPr>
        <dsp:cNvPr id="0" name=""/>
        <dsp:cNvSpPr/>
      </dsp:nvSpPr>
      <dsp:spPr>
        <a:xfrm>
          <a:off x="5018973" y="1522858"/>
          <a:ext cx="913959" cy="271398"/>
        </a:xfrm>
        <a:custGeom>
          <a:avLst/>
          <a:gdLst/>
          <a:ahLst/>
          <a:cxnLst/>
          <a:rect l="0" t="0" r="0" b="0"/>
          <a:pathLst>
            <a:path>
              <a:moveTo>
                <a:pt x="913959" y="0"/>
              </a:moveTo>
              <a:lnTo>
                <a:pt x="913959" y="184949"/>
              </a:lnTo>
              <a:lnTo>
                <a:pt x="0" y="184949"/>
              </a:lnTo>
              <a:lnTo>
                <a:pt x="0" y="271398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68BC0A-EDF7-E349-B498-3CBB7AA07288}">
      <dsp:nvSpPr>
        <dsp:cNvPr id="0" name=""/>
        <dsp:cNvSpPr/>
      </dsp:nvSpPr>
      <dsp:spPr>
        <a:xfrm>
          <a:off x="2167607" y="2386822"/>
          <a:ext cx="570273" cy="2713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4949"/>
              </a:lnTo>
              <a:lnTo>
                <a:pt x="570273" y="184949"/>
              </a:lnTo>
              <a:lnTo>
                <a:pt x="570273" y="271398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1C142D-CC01-1143-97E8-88E8F2B4524A}">
      <dsp:nvSpPr>
        <dsp:cNvPr id="0" name=""/>
        <dsp:cNvSpPr/>
      </dsp:nvSpPr>
      <dsp:spPr>
        <a:xfrm>
          <a:off x="1597334" y="2386822"/>
          <a:ext cx="570273" cy="271398"/>
        </a:xfrm>
        <a:custGeom>
          <a:avLst/>
          <a:gdLst/>
          <a:ahLst/>
          <a:cxnLst/>
          <a:rect l="0" t="0" r="0" b="0"/>
          <a:pathLst>
            <a:path>
              <a:moveTo>
                <a:pt x="570273" y="0"/>
              </a:moveTo>
              <a:lnTo>
                <a:pt x="570273" y="184949"/>
              </a:lnTo>
              <a:lnTo>
                <a:pt x="0" y="184949"/>
              </a:lnTo>
              <a:lnTo>
                <a:pt x="0" y="271398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4C0382-73AB-AD40-BC20-ACDA75959C27}">
      <dsp:nvSpPr>
        <dsp:cNvPr id="0" name=""/>
        <dsp:cNvSpPr/>
      </dsp:nvSpPr>
      <dsp:spPr>
        <a:xfrm>
          <a:off x="2167607" y="1522858"/>
          <a:ext cx="3765324" cy="271398"/>
        </a:xfrm>
        <a:custGeom>
          <a:avLst/>
          <a:gdLst/>
          <a:ahLst/>
          <a:cxnLst/>
          <a:rect l="0" t="0" r="0" b="0"/>
          <a:pathLst>
            <a:path>
              <a:moveTo>
                <a:pt x="3765324" y="0"/>
              </a:moveTo>
              <a:lnTo>
                <a:pt x="3765324" y="184949"/>
              </a:lnTo>
              <a:lnTo>
                <a:pt x="0" y="184949"/>
              </a:lnTo>
              <a:lnTo>
                <a:pt x="0" y="271398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EB40CF-C469-C042-9AAC-9E65599A2A8E}">
      <dsp:nvSpPr>
        <dsp:cNvPr id="0" name=""/>
        <dsp:cNvSpPr/>
      </dsp:nvSpPr>
      <dsp:spPr>
        <a:xfrm>
          <a:off x="3776549" y="3206"/>
          <a:ext cx="4312766" cy="151965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5B3781-273D-0148-87CB-FBE8B43D31EF}">
      <dsp:nvSpPr>
        <dsp:cNvPr id="0" name=""/>
        <dsp:cNvSpPr/>
      </dsp:nvSpPr>
      <dsp:spPr>
        <a:xfrm>
          <a:off x="3880235" y="101707"/>
          <a:ext cx="4312766" cy="151965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Create an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‘CARRER PATH PREDICTION ML MODEL’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as per Industry Ways of Working</a:t>
          </a:r>
        </a:p>
      </dsp:txBody>
      <dsp:txXfrm>
        <a:off x="3924744" y="146216"/>
        <a:ext cx="4223748" cy="1430634"/>
      </dsp:txXfrm>
    </dsp:sp>
    <dsp:sp modelId="{98C76165-9034-1643-9104-9B92F7A95E7E}">
      <dsp:nvSpPr>
        <dsp:cNvPr id="0" name=""/>
        <dsp:cNvSpPr/>
      </dsp:nvSpPr>
      <dsp:spPr>
        <a:xfrm>
          <a:off x="1552436" y="1794256"/>
          <a:ext cx="1230343" cy="59256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BC48F8-BC78-354B-8D25-7D5CBB308992}">
      <dsp:nvSpPr>
        <dsp:cNvPr id="0" name=""/>
        <dsp:cNvSpPr/>
      </dsp:nvSpPr>
      <dsp:spPr>
        <a:xfrm>
          <a:off x="1656122" y="1892758"/>
          <a:ext cx="1230343" cy="5925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INITIATION</a:t>
          </a:r>
        </a:p>
      </dsp:txBody>
      <dsp:txXfrm>
        <a:off x="1673478" y="1910114"/>
        <a:ext cx="1195631" cy="557853"/>
      </dsp:txXfrm>
    </dsp:sp>
    <dsp:sp modelId="{44BEB450-4BCD-F54F-A322-73AA595A8A41}">
      <dsp:nvSpPr>
        <dsp:cNvPr id="0" name=""/>
        <dsp:cNvSpPr/>
      </dsp:nvSpPr>
      <dsp:spPr>
        <a:xfrm>
          <a:off x="1130747" y="2658220"/>
          <a:ext cx="933174" cy="59256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2858DA-3FBC-224B-94F4-A3E62BFB3CA0}">
      <dsp:nvSpPr>
        <dsp:cNvPr id="0" name=""/>
        <dsp:cNvSpPr/>
      </dsp:nvSpPr>
      <dsp:spPr>
        <a:xfrm>
          <a:off x="1234433" y="2756721"/>
          <a:ext cx="933174" cy="5925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Project Charter</a:t>
          </a:r>
        </a:p>
      </dsp:txBody>
      <dsp:txXfrm>
        <a:off x="1251789" y="2774077"/>
        <a:ext cx="898462" cy="557853"/>
      </dsp:txXfrm>
    </dsp:sp>
    <dsp:sp modelId="{FEEC3C17-77DE-4445-9F57-EC26BC3F2F4C}">
      <dsp:nvSpPr>
        <dsp:cNvPr id="0" name=""/>
        <dsp:cNvSpPr/>
      </dsp:nvSpPr>
      <dsp:spPr>
        <a:xfrm>
          <a:off x="2271293" y="2658220"/>
          <a:ext cx="933174" cy="59256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EDF970-CC88-124A-A9E9-A1462E464C5C}">
      <dsp:nvSpPr>
        <dsp:cNvPr id="0" name=""/>
        <dsp:cNvSpPr/>
      </dsp:nvSpPr>
      <dsp:spPr>
        <a:xfrm>
          <a:off x="2374979" y="2756721"/>
          <a:ext cx="933174" cy="5925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SRS Document</a:t>
          </a:r>
        </a:p>
      </dsp:txBody>
      <dsp:txXfrm>
        <a:off x="2392335" y="2774077"/>
        <a:ext cx="898462" cy="557853"/>
      </dsp:txXfrm>
    </dsp:sp>
    <dsp:sp modelId="{10ED8AD8-C95D-7F46-8284-6BFFCB8023D0}">
      <dsp:nvSpPr>
        <dsp:cNvPr id="0" name=""/>
        <dsp:cNvSpPr/>
      </dsp:nvSpPr>
      <dsp:spPr>
        <a:xfrm>
          <a:off x="4552386" y="1794256"/>
          <a:ext cx="933174" cy="59256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004470-AE31-6542-BE4E-74C32357678F}">
      <dsp:nvSpPr>
        <dsp:cNvPr id="0" name=""/>
        <dsp:cNvSpPr/>
      </dsp:nvSpPr>
      <dsp:spPr>
        <a:xfrm>
          <a:off x="4656072" y="1892758"/>
          <a:ext cx="933174" cy="5925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PLANNING</a:t>
          </a:r>
        </a:p>
      </dsp:txBody>
      <dsp:txXfrm>
        <a:off x="4673428" y="1910114"/>
        <a:ext cx="898462" cy="557853"/>
      </dsp:txXfrm>
    </dsp:sp>
    <dsp:sp modelId="{6E16703E-D480-984D-B802-173E140186A1}">
      <dsp:nvSpPr>
        <dsp:cNvPr id="0" name=""/>
        <dsp:cNvSpPr/>
      </dsp:nvSpPr>
      <dsp:spPr>
        <a:xfrm>
          <a:off x="3411839" y="2658220"/>
          <a:ext cx="933174" cy="59256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35637A-7683-4A41-B519-CE080C5D3C7D}">
      <dsp:nvSpPr>
        <dsp:cNvPr id="0" name=""/>
        <dsp:cNvSpPr/>
      </dsp:nvSpPr>
      <dsp:spPr>
        <a:xfrm>
          <a:off x="3515525" y="2756721"/>
          <a:ext cx="933174" cy="5925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WBS</a:t>
          </a:r>
        </a:p>
      </dsp:txBody>
      <dsp:txXfrm>
        <a:off x="3532881" y="2774077"/>
        <a:ext cx="898462" cy="557853"/>
      </dsp:txXfrm>
    </dsp:sp>
    <dsp:sp modelId="{9BB62355-7E98-FF48-B43F-443943F5FC67}">
      <dsp:nvSpPr>
        <dsp:cNvPr id="0" name=""/>
        <dsp:cNvSpPr/>
      </dsp:nvSpPr>
      <dsp:spPr>
        <a:xfrm>
          <a:off x="4552386" y="2658220"/>
          <a:ext cx="933174" cy="59256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149894-16C1-9849-9F1D-7F8F3F75A8FC}">
      <dsp:nvSpPr>
        <dsp:cNvPr id="0" name=""/>
        <dsp:cNvSpPr/>
      </dsp:nvSpPr>
      <dsp:spPr>
        <a:xfrm>
          <a:off x="4656072" y="2756721"/>
          <a:ext cx="933174" cy="5925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Project Schedule</a:t>
          </a:r>
        </a:p>
      </dsp:txBody>
      <dsp:txXfrm>
        <a:off x="4673428" y="2774077"/>
        <a:ext cx="898462" cy="557853"/>
      </dsp:txXfrm>
    </dsp:sp>
    <dsp:sp modelId="{06B3B77D-83B7-4F4F-A505-FD6E2141620B}">
      <dsp:nvSpPr>
        <dsp:cNvPr id="0" name=""/>
        <dsp:cNvSpPr/>
      </dsp:nvSpPr>
      <dsp:spPr>
        <a:xfrm>
          <a:off x="5692932" y="2658220"/>
          <a:ext cx="933174" cy="59256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CE96B3-4D7B-5841-A0E5-AF7D060742AB}">
      <dsp:nvSpPr>
        <dsp:cNvPr id="0" name=""/>
        <dsp:cNvSpPr/>
      </dsp:nvSpPr>
      <dsp:spPr>
        <a:xfrm>
          <a:off x="5796618" y="2756721"/>
          <a:ext cx="933174" cy="5925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RAID Logs</a:t>
          </a:r>
        </a:p>
      </dsp:txBody>
      <dsp:txXfrm>
        <a:off x="5813974" y="2774077"/>
        <a:ext cx="898462" cy="557853"/>
      </dsp:txXfrm>
    </dsp:sp>
    <dsp:sp modelId="{B1AEAF6C-B8B1-1748-805C-DEA9F80466AD}">
      <dsp:nvSpPr>
        <dsp:cNvPr id="0" name=""/>
        <dsp:cNvSpPr/>
      </dsp:nvSpPr>
      <dsp:spPr>
        <a:xfrm>
          <a:off x="7155485" y="1794256"/>
          <a:ext cx="1559679" cy="59256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D855B1-F204-3449-A0AB-C83C199BFD6B}">
      <dsp:nvSpPr>
        <dsp:cNvPr id="0" name=""/>
        <dsp:cNvSpPr/>
      </dsp:nvSpPr>
      <dsp:spPr>
        <a:xfrm>
          <a:off x="7259171" y="1892758"/>
          <a:ext cx="1559679" cy="5925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EXECUTION &amp; MONITORING</a:t>
          </a:r>
        </a:p>
      </dsp:txBody>
      <dsp:txXfrm>
        <a:off x="7276527" y="1910114"/>
        <a:ext cx="1524967" cy="557853"/>
      </dsp:txXfrm>
    </dsp:sp>
    <dsp:sp modelId="{6D5BA4A2-8D20-0449-9E98-F0EF444A63FB}">
      <dsp:nvSpPr>
        <dsp:cNvPr id="0" name=""/>
        <dsp:cNvSpPr/>
      </dsp:nvSpPr>
      <dsp:spPr>
        <a:xfrm>
          <a:off x="6833478" y="2658220"/>
          <a:ext cx="933174" cy="59256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AACFE0-43C6-F245-ADA4-A9A35786F27A}">
      <dsp:nvSpPr>
        <dsp:cNvPr id="0" name=""/>
        <dsp:cNvSpPr/>
      </dsp:nvSpPr>
      <dsp:spPr>
        <a:xfrm>
          <a:off x="6937164" y="2756721"/>
          <a:ext cx="933174" cy="5925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Develop</a:t>
          </a:r>
        </a:p>
      </dsp:txBody>
      <dsp:txXfrm>
        <a:off x="6954520" y="2774077"/>
        <a:ext cx="898462" cy="557853"/>
      </dsp:txXfrm>
    </dsp:sp>
    <dsp:sp modelId="{F7A0C49C-47A1-134D-818D-55E7FE493CB6}">
      <dsp:nvSpPr>
        <dsp:cNvPr id="0" name=""/>
        <dsp:cNvSpPr/>
      </dsp:nvSpPr>
      <dsp:spPr>
        <a:xfrm>
          <a:off x="6833478" y="3522183"/>
          <a:ext cx="933174" cy="59256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EEB28E-EED4-3D42-B6E7-4F1F94EEB9B5}">
      <dsp:nvSpPr>
        <dsp:cNvPr id="0" name=""/>
        <dsp:cNvSpPr/>
      </dsp:nvSpPr>
      <dsp:spPr>
        <a:xfrm>
          <a:off x="6937164" y="3620685"/>
          <a:ext cx="933174" cy="5925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Code</a:t>
          </a:r>
        </a:p>
      </dsp:txBody>
      <dsp:txXfrm>
        <a:off x="6954520" y="3638041"/>
        <a:ext cx="898462" cy="557853"/>
      </dsp:txXfrm>
    </dsp:sp>
    <dsp:sp modelId="{2CCD2003-1084-6E45-A16F-8DD22C2F3363}">
      <dsp:nvSpPr>
        <dsp:cNvPr id="0" name=""/>
        <dsp:cNvSpPr/>
      </dsp:nvSpPr>
      <dsp:spPr>
        <a:xfrm>
          <a:off x="5122659" y="4386147"/>
          <a:ext cx="933174" cy="59256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70B9CA-F9A5-4E43-AED1-DF454225F6BE}">
      <dsp:nvSpPr>
        <dsp:cNvPr id="0" name=""/>
        <dsp:cNvSpPr/>
      </dsp:nvSpPr>
      <dsp:spPr>
        <a:xfrm>
          <a:off x="5226345" y="4484649"/>
          <a:ext cx="933174" cy="5925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Preprocessing</a:t>
          </a:r>
        </a:p>
      </dsp:txBody>
      <dsp:txXfrm>
        <a:off x="5243701" y="4502005"/>
        <a:ext cx="898462" cy="557853"/>
      </dsp:txXfrm>
    </dsp:sp>
    <dsp:sp modelId="{79156C9E-B7D6-044E-BDFF-0A9B633EEE56}">
      <dsp:nvSpPr>
        <dsp:cNvPr id="0" name=""/>
        <dsp:cNvSpPr/>
      </dsp:nvSpPr>
      <dsp:spPr>
        <a:xfrm>
          <a:off x="6263205" y="4386147"/>
          <a:ext cx="933174" cy="59256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35B7E3-EFC1-2649-A353-6DA6C57BE7F2}">
      <dsp:nvSpPr>
        <dsp:cNvPr id="0" name=""/>
        <dsp:cNvSpPr/>
      </dsp:nvSpPr>
      <dsp:spPr>
        <a:xfrm>
          <a:off x="6366891" y="4484649"/>
          <a:ext cx="933174" cy="5925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EDA</a:t>
          </a:r>
        </a:p>
      </dsp:txBody>
      <dsp:txXfrm>
        <a:off x="6384247" y="4502005"/>
        <a:ext cx="898462" cy="557853"/>
      </dsp:txXfrm>
    </dsp:sp>
    <dsp:sp modelId="{C19139E1-A0BD-5B49-997C-3539729C0F4B}">
      <dsp:nvSpPr>
        <dsp:cNvPr id="0" name=""/>
        <dsp:cNvSpPr/>
      </dsp:nvSpPr>
      <dsp:spPr>
        <a:xfrm>
          <a:off x="7403751" y="4386147"/>
          <a:ext cx="933174" cy="59256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C2F6A7-B8DB-EA4F-8B79-DB7C685DAB41}">
      <dsp:nvSpPr>
        <dsp:cNvPr id="0" name=""/>
        <dsp:cNvSpPr/>
      </dsp:nvSpPr>
      <dsp:spPr>
        <a:xfrm>
          <a:off x="7507437" y="4484649"/>
          <a:ext cx="933174" cy="5925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Model </a:t>
          </a:r>
          <a:r>
            <a:rPr lang="en-GB" sz="1200" kern="1200" dirty="0" err="1"/>
            <a:t>Developement</a:t>
          </a:r>
          <a:endParaRPr lang="en-GB" sz="1200" kern="1200" dirty="0"/>
        </a:p>
      </dsp:txBody>
      <dsp:txXfrm>
        <a:off x="7524793" y="4502005"/>
        <a:ext cx="898462" cy="557853"/>
      </dsp:txXfrm>
    </dsp:sp>
    <dsp:sp modelId="{7BC15EF3-0DDB-9343-A8E7-056233817092}">
      <dsp:nvSpPr>
        <dsp:cNvPr id="0" name=""/>
        <dsp:cNvSpPr/>
      </dsp:nvSpPr>
      <dsp:spPr>
        <a:xfrm>
          <a:off x="8544297" y="4386147"/>
          <a:ext cx="933174" cy="59256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794B4D-0647-C949-BFC8-EF70C9EBF151}">
      <dsp:nvSpPr>
        <dsp:cNvPr id="0" name=""/>
        <dsp:cNvSpPr/>
      </dsp:nvSpPr>
      <dsp:spPr>
        <a:xfrm>
          <a:off x="8647983" y="4484649"/>
          <a:ext cx="933174" cy="5925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 err="1"/>
            <a:t>Streamlit</a:t>
          </a:r>
          <a:r>
            <a:rPr lang="en-GB" sz="1200" kern="1200" dirty="0"/>
            <a:t> UI</a:t>
          </a:r>
        </a:p>
      </dsp:txBody>
      <dsp:txXfrm>
        <a:off x="8665339" y="4502005"/>
        <a:ext cx="898462" cy="557853"/>
      </dsp:txXfrm>
    </dsp:sp>
    <dsp:sp modelId="{E25B53CB-CF47-6D48-8760-6D5D8C409868}">
      <dsp:nvSpPr>
        <dsp:cNvPr id="0" name=""/>
        <dsp:cNvSpPr/>
      </dsp:nvSpPr>
      <dsp:spPr>
        <a:xfrm>
          <a:off x="8103997" y="2658220"/>
          <a:ext cx="933174" cy="59256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5EDA5E-C36B-0D4C-A1AC-CFD58A43DD61}">
      <dsp:nvSpPr>
        <dsp:cNvPr id="0" name=""/>
        <dsp:cNvSpPr/>
      </dsp:nvSpPr>
      <dsp:spPr>
        <a:xfrm>
          <a:off x="8207683" y="2756721"/>
          <a:ext cx="933174" cy="5925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Deploy</a:t>
          </a:r>
        </a:p>
      </dsp:txBody>
      <dsp:txXfrm>
        <a:off x="8225039" y="2774077"/>
        <a:ext cx="898462" cy="557853"/>
      </dsp:txXfrm>
    </dsp:sp>
    <dsp:sp modelId="{F661BCB1-6019-854E-AB11-069C96B73448}">
      <dsp:nvSpPr>
        <dsp:cNvPr id="0" name=""/>
        <dsp:cNvSpPr/>
      </dsp:nvSpPr>
      <dsp:spPr>
        <a:xfrm>
          <a:off x="7974024" y="3522183"/>
          <a:ext cx="1193119" cy="59256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D0961C-9DF5-F94A-882D-21B44E665106}">
      <dsp:nvSpPr>
        <dsp:cNvPr id="0" name=""/>
        <dsp:cNvSpPr/>
      </dsp:nvSpPr>
      <dsp:spPr>
        <a:xfrm>
          <a:off x="8077710" y="3620685"/>
          <a:ext cx="1193119" cy="5925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 err="1"/>
            <a:t>Stramlit</a:t>
          </a:r>
          <a:r>
            <a:rPr lang="en-GB" sz="1200" kern="1200" dirty="0"/>
            <a:t> UI</a:t>
          </a:r>
        </a:p>
      </dsp:txBody>
      <dsp:txXfrm>
        <a:off x="8095066" y="3638041"/>
        <a:ext cx="1158407" cy="557853"/>
      </dsp:txXfrm>
    </dsp:sp>
    <dsp:sp modelId="{C6889B4A-A1C3-AE4F-B359-EDC34D071562}">
      <dsp:nvSpPr>
        <dsp:cNvPr id="0" name=""/>
        <dsp:cNvSpPr/>
      </dsp:nvSpPr>
      <dsp:spPr>
        <a:xfrm>
          <a:off x="9380254" y="1794256"/>
          <a:ext cx="933174" cy="59256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BFB9AC-490D-684C-AD05-725FCA559179}">
      <dsp:nvSpPr>
        <dsp:cNvPr id="0" name=""/>
        <dsp:cNvSpPr/>
      </dsp:nvSpPr>
      <dsp:spPr>
        <a:xfrm>
          <a:off x="9483940" y="1892758"/>
          <a:ext cx="933174" cy="5925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CLOSURE</a:t>
          </a:r>
        </a:p>
      </dsp:txBody>
      <dsp:txXfrm>
        <a:off x="9501296" y="1910114"/>
        <a:ext cx="898462" cy="557853"/>
      </dsp:txXfrm>
    </dsp:sp>
    <dsp:sp modelId="{1A666A08-3657-A346-BA52-88A9FB0BBAAD}">
      <dsp:nvSpPr>
        <dsp:cNvPr id="0" name=""/>
        <dsp:cNvSpPr/>
      </dsp:nvSpPr>
      <dsp:spPr>
        <a:xfrm>
          <a:off x="9244543" y="2658220"/>
          <a:ext cx="1204597" cy="77680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67A29C-175F-3046-887F-2D268E592584}">
      <dsp:nvSpPr>
        <dsp:cNvPr id="0" name=""/>
        <dsp:cNvSpPr/>
      </dsp:nvSpPr>
      <dsp:spPr>
        <a:xfrm>
          <a:off x="9348229" y="2756721"/>
          <a:ext cx="1204597" cy="7768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Lessons Learnt, Project Report</a:t>
          </a:r>
        </a:p>
      </dsp:txBody>
      <dsp:txXfrm>
        <a:off x="9370981" y="2779473"/>
        <a:ext cx="1159093" cy="7313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E2F572-DC84-D943-8D79-DDD001406156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A5EECB-32AF-CD4C-AB4B-8C5D367FE59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260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auto"/>
            <a:endParaRPr lang="en-IN" i="1" dirty="0">
              <a:solidFill>
                <a:srgbClr val="2A2B2C"/>
              </a:solidFill>
              <a:latin typeface="inher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EECB-32AF-CD4C-AB4B-8C5D367FE59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05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5C9FF-4168-1246-80BF-10D035F8C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C30AEC-44AD-9243-9E51-FCA37A9A5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0246B-4777-4D48-AFF5-7A5699D8C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DFA99-90BC-4040-8364-F3973BB23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6FEA9-4D15-4342-AC39-380F44609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49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4F39A-61C8-FE44-A366-51B0B40F9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69AB6-5920-4C42-9AFA-692F4C710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46767-C61C-8549-937B-9A6435785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16AF7-246F-EE4E-8FD9-CB4C90E1A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504B9-2B32-F44C-88C2-850FFC83A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738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CA4E6-B8CF-584E-8BC0-C01633124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79091-5BBC-504F-A5EB-0934C1A8B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7CE35-1BFB-E848-87FB-B55856A39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C800F-BA19-1C44-8F55-33FE09F01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632F2-917C-5F4B-B25C-9A5EC00F7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746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C42CD-CF19-6944-9BF8-0FE76061C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EE1DB-BDBE-924A-AD6B-08C4054B69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D868A-2447-C744-8C53-0CE7E4F73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F1B3FC-C2A5-EE45-AFDE-7A5FBB3D2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3AFDB-697A-124A-A044-240B8D1E7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2A48A-9B53-D54A-BEAD-2E351FF04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773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176E7-8487-DF4F-BFF4-3A2B717EC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36F6B-092C-9043-BDD7-18E0CCCE9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82D72-CCFC-504E-A535-F2C7DD069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B0A2F1-A47C-D44B-B946-B66EA80A59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8409BE-38A7-9147-BB62-8A147AE06A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4F18BD-3200-104E-8848-A14BE8052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C8824D-5841-D64D-80D6-310742FB4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A2389C-12FE-724A-9CE3-F48F01FEC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957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57C5B-B072-2046-BB7F-537C83F85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9330D7-6E09-5B48-AE29-D0E98DFB1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149B71-4BB9-B044-BA63-D7C9C501C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10533-44AD-0640-98E6-123670AA4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78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A200DF-DB9F-FB4B-861A-718F45BA4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D47806-B481-D747-AE40-E554CE733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E09BD-6D18-1445-A8FB-C6F37FD7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589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1FB94-E771-2C4D-84D2-8D7C57DFB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1FD36-7C50-6442-9F66-BE4C4EF29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5B70F1-E778-3A4E-B3C5-56388C6B4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79A8D-F8EF-7C42-8BBF-D5E627AFB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9A96E-B3E3-4C40-9D22-B695D8238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8C3C7-90F9-C145-BA31-A25EB1C1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805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61DA0-7944-F240-B644-551636AED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B237D5-BE26-4C4F-B281-896E65CE5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987B4-3489-FF4E-9436-33B75F511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9A2975-17CD-0141-B7AF-AE634D3C5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E0967A-15BD-484F-8033-B69DF5017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2534B-0823-FD43-A1C5-E38C1E2B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5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CC0E1-2228-C04A-9DD6-18B4AB702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F18B8A-6417-E34B-A743-672389682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54DF2-6453-3340-8C53-6ADF0F469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5BD58-45F7-3140-BF04-5FBEF4654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44363-29B4-C347-8977-C51EEDBD2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77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7B6511-746C-2442-AF67-5C75488AB7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589A7D-214C-6A48-AF40-66635091FC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597A6-380C-8C4D-A250-9C379FB23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C0C3A-9191-2D45-B4DF-AA01AE303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868C8-ACC7-CB4B-A397-49892109A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850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5B26B2-3AEF-E446-86E2-078E979AA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48AF2-2198-0B45-B296-AA5877692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2839E-A69C-B64E-BF91-5C74D5C56D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1726A-9155-3645-B807-94F9CD48D91A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BF50F-5611-9A41-AE5A-9D810BCB35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6A1A5-815B-E441-BD92-BBF3CE2A66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ADC87-F6CF-F142-B873-73A4ADC19E2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936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0000"/>
            <a:lum/>
          </a:blip>
          <a:srcRect/>
          <a:stretch>
            <a:fillRect l="22000" t="15000" r="20000" b="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34765-BFFC-BA46-84DD-87068CEE4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213" y="328924"/>
            <a:ext cx="11937787" cy="13255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WORK BREAKDOWN STRUCTURE – 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IP23 Live Project Deliverables– 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‘MACHINE LEARNING’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3640F199-031D-8248-8201-2BDB81372D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370644"/>
              </p:ext>
            </p:extLst>
          </p:nvPr>
        </p:nvGraphicFramePr>
        <p:xfrm>
          <a:off x="254213" y="1654487"/>
          <a:ext cx="11683574" cy="50804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5" name="Picture 4" descr="Chart, pie chart&#10;&#10;Description automatically generated">
            <a:extLst>
              <a:ext uri="{FF2B5EF4-FFF2-40B4-BE49-F238E27FC236}">
                <a16:creationId xmlns:a16="http://schemas.microsoft.com/office/drawing/2014/main" id="{8763FDF8-2B62-0344-BEB7-279B8DD354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73425" y="204940"/>
            <a:ext cx="1218279" cy="93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295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CPL2022">
      <a:dk1>
        <a:srgbClr val="000000"/>
      </a:dk1>
      <a:lt1>
        <a:srgbClr val="FFFFFF"/>
      </a:lt1>
      <a:dk2>
        <a:srgbClr val="596171"/>
      </a:dk2>
      <a:lt2>
        <a:srgbClr val="E7E6E6"/>
      </a:lt2>
      <a:accent1>
        <a:srgbClr val="3CA5D9"/>
      </a:accent1>
      <a:accent2>
        <a:srgbClr val="273755"/>
      </a:accent2>
      <a:accent3>
        <a:srgbClr val="FFC601"/>
      </a:accent3>
      <a:accent4>
        <a:srgbClr val="FFB923"/>
      </a:accent4>
      <a:accent5>
        <a:srgbClr val="EA7317"/>
      </a:accent5>
      <a:accent6>
        <a:srgbClr val="666666"/>
      </a:accent6>
      <a:hlink>
        <a:srgbClr val="3CA5D9"/>
      </a:hlink>
      <a:folHlink>
        <a:srgbClr val="273755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12AF445DB6E74EB51FE2F8964C2B9F" ma:contentTypeVersion="15" ma:contentTypeDescription="Create a new document." ma:contentTypeScope="" ma:versionID="2dff7eaf2f87d3d2d10304916b274635">
  <xsd:schema xmlns:xsd="http://www.w3.org/2001/XMLSchema" xmlns:xs="http://www.w3.org/2001/XMLSchema" xmlns:p="http://schemas.microsoft.com/office/2006/metadata/properties" xmlns:ns2="3e1c734f-cd3c-409a-b830-21836909dd77" xmlns:ns3="f800943e-7719-4474-9402-4616db300049" targetNamespace="http://schemas.microsoft.com/office/2006/metadata/properties" ma:root="true" ma:fieldsID="7f9fa1f725f175c4207dbd44f4121a57" ns2:_="" ns3:_="">
    <xsd:import namespace="3e1c734f-cd3c-409a-b830-21836909dd77"/>
    <xsd:import namespace="f800943e-7719-4474-9402-4616db300049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1c734f-cd3c-409a-b830-21836909dd7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5353adee-5e9f-4b50-890c-aef0d51a54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0943e-7719-4474-9402-4616db300049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e1c734f-cd3c-409a-b830-21836909dd7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27BDB60-D459-4A4B-A39C-84556B087B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1c734f-cd3c-409a-b830-21836909dd77"/>
    <ds:schemaRef ds:uri="f800943e-7719-4474-9402-4616db3000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AE5B7B1-FE9C-49DF-B801-6A82566BEA6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9C79FB2-7116-489A-B269-C878F00B5983}">
  <ds:schemaRefs>
    <ds:schemaRef ds:uri="http://schemas.microsoft.com/office/2006/metadata/properties"/>
    <ds:schemaRef ds:uri="http://schemas.microsoft.com/office/infopath/2007/PartnerControls"/>
    <ds:schemaRef ds:uri="3e1c734f-cd3c-409a-b830-21836909dd7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6978</TotalTime>
  <Words>62</Words>
  <Application>Microsoft Office PowerPoint</Application>
  <PresentationFormat>Widescreen</PresentationFormat>
  <Paragraphs>23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inherit</vt:lpstr>
      <vt:lpstr>Office Theme</vt:lpstr>
      <vt:lpstr>WORK BREAKDOWN STRUCTURE –  IP23 Live Project Deliverables–  ‘MACHINE LEARNING’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 WorkShop</dc:title>
  <dc:creator>Welcome CC</dc:creator>
  <cp:lastModifiedBy>Shourya Malik</cp:lastModifiedBy>
  <cp:revision>244</cp:revision>
  <dcterms:created xsi:type="dcterms:W3CDTF">2023-07-15T03:43:48Z</dcterms:created>
  <dcterms:modified xsi:type="dcterms:W3CDTF">2026-04-01T12:59:20Z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0x0101005412AF445DB6E74EB51FE2F8964C2B9F</vt:lpwstr>
  </property>
  <property fmtid="{D5CDD505-2E9C-101B-9397-08002B2CF9AE}" pid="3" name="MediaServiceImageTags">
    <vt:lpwstr/>
  </property>
</Properties>
</file>